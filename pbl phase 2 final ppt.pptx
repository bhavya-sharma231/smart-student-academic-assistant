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1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6088"/>
    <a:srgbClr val="595959"/>
    <a:srgbClr val="143768"/>
    <a:srgbClr val="8699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02" dt="2026-10-06T08:25:09.954"/>
    <p1510:client id="{D995FD61-51E6-A572-F112-8026D6A443F9}" v="845" dt="2026-10-06T14:04:56.6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80" autoAdjust="0"/>
  </p:normalViewPr>
  <p:slideViewPr>
    <p:cSldViewPr>
      <p:cViewPr varScale="1">
        <p:scale>
          <a:sx n="157" d="100"/>
          <a:sy n="157" d="100"/>
        </p:scale>
        <p:origin x="984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56AFD4-DCE1-465E-9B19-6CB0EF50F748}" type="doc">
      <dgm:prSet loTypeId="urn:microsoft.com/office/officeart/2005/8/layout/orgChart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3E4F87-DA4A-46D2-B6D4-86CD45E0DC7E}">
      <dgm:prSet phldrT="[Text]" phldr="0" custT="1"/>
      <dgm:spPr/>
      <dgm:t>
        <a:bodyPr/>
        <a:lstStyle/>
        <a:p>
          <a:pPr rtl="0"/>
          <a:r>
            <a:rPr lang="en-GB" sz="800" b="1">
              <a:latin typeface="Calibri"/>
              <a:ea typeface="Calibri"/>
              <a:cs typeface="Calibri"/>
            </a:rPr>
            <a:t>Student(Enter\view information</a:t>
          </a:r>
          <a:r>
            <a:rPr lang="en-GB" sz="800">
              <a:latin typeface="Calibri"/>
              <a:ea typeface="Calibri"/>
              <a:cs typeface="Calibri"/>
            </a:rPr>
            <a:t>)</a:t>
          </a:r>
          <a:endParaRPr lang="en-US" sz="800" dirty="0">
            <a:latin typeface="Calibri"/>
            <a:ea typeface="Calibri"/>
            <a:cs typeface="Calibri"/>
          </a:endParaRPr>
        </a:p>
      </dgm:t>
    </dgm:pt>
    <dgm:pt modelId="{D596427A-B26E-4E9E-BCD0-A906B0909C03}" type="parTrans" cxnId="{1640CC92-B837-4166-98B4-24AC146C4442}">
      <dgm:prSet/>
      <dgm:spPr/>
      <dgm:t>
        <a:bodyPr/>
        <a:lstStyle/>
        <a:p>
          <a:endParaRPr lang="en-IN"/>
        </a:p>
      </dgm:t>
    </dgm:pt>
    <dgm:pt modelId="{C74F4751-D134-42AD-B5E6-910090DF0A30}" type="sibTrans" cxnId="{1640CC92-B837-4166-98B4-24AC146C4442}">
      <dgm:prSet/>
      <dgm:spPr/>
      <dgm:t>
        <a:bodyPr/>
        <a:lstStyle/>
        <a:p>
          <a:endParaRPr lang="en-IN"/>
        </a:p>
      </dgm:t>
    </dgm:pt>
    <dgm:pt modelId="{49CA17EA-D5A8-4E3E-A36B-67F8BE3A9797}">
      <dgm:prSet phldrT="[Text]" phldr="0" custT="1"/>
      <dgm:spPr/>
      <dgm:t>
        <a:bodyPr/>
        <a:lstStyle/>
        <a:p>
          <a:r>
            <a:rPr lang="en-GB" sz="800" b="1">
              <a:latin typeface="Calibri"/>
              <a:ea typeface="Calibri"/>
              <a:cs typeface="Calibri"/>
            </a:rPr>
            <a:t>Frontend HTML+ CSS+ JavaScript (dashboard, profile, marks, assignments, study planner, recommendations, topic dependencies)</a:t>
          </a:r>
          <a:endParaRPr lang="en-US" sz="800" b="1" dirty="0">
            <a:latin typeface="Calibri"/>
            <a:ea typeface="Calibri"/>
            <a:cs typeface="Calibri"/>
          </a:endParaRPr>
        </a:p>
      </dgm:t>
    </dgm:pt>
    <dgm:pt modelId="{50D83203-1E03-4F85-B1B9-3A476D859FFB}" type="parTrans" cxnId="{7E29BB5A-AD7C-4B66-8DB9-97C6E9203A1D}">
      <dgm:prSet/>
      <dgm:spPr/>
      <dgm:t>
        <a:bodyPr/>
        <a:lstStyle/>
        <a:p>
          <a:endParaRPr lang="en-IN"/>
        </a:p>
      </dgm:t>
    </dgm:pt>
    <dgm:pt modelId="{406700D1-623C-4F87-B52E-F12E02902BF7}" type="sibTrans" cxnId="{7E29BB5A-AD7C-4B66-8DB9-97C6E9203A1D}">
      <dgm:prSet/>
      <dgm:spPr/>
      <dgm:t>
        <a:bodyPr/>
        <a:lstStyle/>
        <a:p>
          <a:endParaRPr lang="en-IN"/>
        </a:p>
      </dgm:t>
    </dgm:pt>
    <dgm:pt modelId="{11B4C199-B5A0-4B50-9F67-AB2D45AF94DA}">
      <dgm:prSet phldrT="[Text]" phldr="0" custT="1"/>
      <dgm:spPr/>
      <dgm:t>
        <a:bodyPr/>
        <a:lstStyle/>
        <a:p>
          <a:r>
            <a:rPr lang="en-GB" sz="800" b="1">
              <a:latin typeface="Calibri"/>
              <a:ea typeface="Calibri"/>
              <a:cs typeface="Calibri"/>
            </a:rPr>
            <a:t>Backend. (Python flask)</a:t>
          </a:r>
          <a:endParaRPr lang="en-US" sz="800" b="1" dirty="0">
            <a:latin typeface="Calibri"/>
            <a:ea typeface="Calibri"/>
            <a:cs typeface="Calibri"/>
          </a:endParaRPr>
        </a:p>
      </dgm:t>
    </dgm:pt>
    <dgm:pt modelId="{43E911E9-4DE8-4338-9989-BA487C487D35}" type="parTrans" cxnId="{4991BC2E-CF4E-4604-9D34-F367C44DD9F1}">
      <dgm:prSet/>
      <dgm:spPr/>
      <dgm:t>
        <a:bodyPr/>
        <a:lstStyle/>
        <a:p>
          <a:endParaRPr lang="en-IN"/>
        </a:p>
      </dgm:t>
    </dgm:pt>
    <dgm:pt modelId="{5AFE412D-FAB4-4138-8571-FB5AFAEAFB87}" type="sibTrans" cxnId="{4991BC2E-CF4E-4604-9D34-F367C44DD9F1}">
      <dgm:prSet/>
      <dgm:spPr/>
      <dgm:t>
        <a:bodyPr/>
        <a:lstStyle/>
        <a:p>
          <a:endParaRPr lang="en-IN"/>
        </a:p>
      </dgm:t>
    </dgm:pt>
    <dgm:pt modelId="{57D698A3-46BA-4B78-AAA8-FA54531CB9B3}">
      <dgm:prSet phldrT="[Text]" phldr="0"/>
      <dgm:spPr/>
      <dgm:t>
        <a:bodyPr/>
        <a:lstStyle/>
        <a:p>
          <a:r>
            <a:rPr lang="en-GB" sz="1100" b="1">
              <a:latin typeface="Calibri"/>
              <a:ea typeface="Calibri"/>
              <a:cs typeface="Calibri"/>
            </a:rPr>
            <a:t>Database operations SQLite (student, subjects,, assignment assignments, topics, study history)</a:t>
          </a:r>
          <a:endParaRPr lang="en-US" sz="1100" b="1" dirty="0">
            <a:latin typeface="Calibri"/>
            <a:ea typeface="Calibri"/>
            <a:cs typeface="Calibri"/>
          </a:endParaRPr>
        </a:p>
      </dgm:t>
    </dgm:pt>
    <dgm:pt modelId="{F35245CD-6D61-4071-BBD1-2335437DF1D6}" type="parTrans" cxnId="{BEDA907E-BF7C-4A73-9DDA-2D57A2FF5EFA}">
      <dgm:prSet/>
      <dgm:spPr/>
      <dgm:t>
        <a:bodyPr/>
        <a:lstStyle/>
        <a:p>
          <a:endParaRPr lang="en-IN"/>
        </a:p>
      </dgm:t>
    </dgm:pt>
    <dgm:pt modelId="{62A965CF-E7A6-46A4-B712-AD59D8C078AD}" type="sibTrans" cxnId="{BEDA907E-BF7C-4A73-9DDA-2D57A2FF5EFA}">
      <dgm:prSet/>
      <dgm:spPr/>
      <dgm:t>
        <a:bodyPr/>
        <a:lstStyle/>
        <a:p>
          <a:endParaRPr lang="en-IN"/>
        </a:p>
      </dgm:t>
    </dgm:pt>
    <dgm:pt modelId="{78E2B0A1-6A8C-42B0-B2F8-6EDB245ABAEE}">
      <dgm:prSet phldrT="[Text]" phldr="0"/>
      <dgm:spPr/>
      <dgm:t>
        <a:bodyPr/>
        <a:lstStyle/>
        <a:p>
          <a:r>
            <a:rPr lang="en-GB" sz="1100" b="1">
              <a:latin typeface="Calibri"/>
              <a:ea typeface="Calibri"/>
              <a:cs typeface="Calibri"/>
            </a:rPr>
            <a:t>DSA processing C DSA engine (Arrays/structures, linked list, queue, priority, Queue, stack, graph, search/sort/BFS/DFS)</a:t>
          </a:r>
          <a:endParaRPr lang="en-US" sz="1100" b="1" dirty="0">
            <a:latin typeface="Calibri"/>
            <a:ea typeface="Calibri"/>
            <a:cs typeface="Calibri"/>
          </a:endParaRPr>
        </a:p>
      </dgm:t>
    </dgm:pt>
    <dgm:pt modelId="{2B1A49D9-9CB5-47A6-9EB4-82FA4CE192FB}" type="parTrans" cxnId="{7105716D-5648-4589-AF76-77E182C854BC}">
      <dgm:prSet/>
      <dgm:spPr/>
      <dgm:t>
        <a:bodyPr/>
        <a:lstStyle/>
        <a:p>
          <a:endParaRPr lang="en-IN"/>
        </a:p>
      </dgm:t>
    </dgm:pt>
    <dgm:pt modelId="{922DE8CA-3A44-46CB-ADDD-866C6848E82D}" type="sibTrans" cxnId="{7105716D-5648-4589-AF76-77E182C854BC}">
      <dgm:prSet/>
      <dgm:spPr/>
      <dgm:t>
        <a:bodyPr/>
        <a:lstStyle/>
        <a:p>
          <a:endParaRPr lang="en-IN"/>
        </a:p>
      </dgm:t>
    </dgm:pt>
    <dgm:pt modelId="{546723CF-2BB8-4BED-BAB5-DB7D5C0BB4C8}">
      <dgm:prSet phldrT="[Text]" phldr="0"/>
      <dgm:spPr/>
      <dgm:t>
        <a:bodyPr/>
        <a:lstStyle/>
        <a:p>
          <a:r>
            <a:rPr lang="en-GB" sz="1100" b="1">
              <a:latin typeface="Calibri"/>
              <a:ea typeface="Calibri"/>
              <a:cs typeface="Calibri"/>
            </a:rPr>
            <a:t>Academic analysis. (weak subject detection, assignment, priority, topic learning path, Study history, recommendations)</a:t>
          </a:r>
          <a:endParaRPr lang="en-US" sz="1100" b="1" dirty="0">
            <a:latin typeface="Calibri"/>
            <a:ea typeface="Calibri"/>
            <a:cs typeface="Calibri"/>
          </a:endParaRPr>
        </a:p>
      </dgm:t>
    </dgm:pt>
    <dgm:pt modelId="{B761B25F-BF73-48F2-8DC5-D33E7DE98E4F}" type="parTrans" cxnId="{5CE53B4E-BE22-45C4-A257-7A2A2925384F}">
      <dgm:prSet/>
      <dgm:spPr/>
      <dgm:t>
        <a:bodyPr/>
        <a:lstStyle/>
        <a:p>
          <a:endParaRPr lang="en-IN"/>
        </a:p>
      </dgm:t>
    </dgm:pt>
    <dgm:pt modelId="{616C499D-6B00-41E6-9ED4-F7DB0C5D955D}" type="sibTrans" cxnId="{5CE53B4E-BE22-45C4-A257-7A2A2925384F}">
      <dgm:prSet/>
      <dgm:spPr/>
      <dgm:t>
        <a:bodyPr/>
        <a:lstStyle/>
        <a:p>
          <a:endParaRPr lang="en-IN"/>
        </a:p>
      </dgm:t>
    </dgm:pt>
    <dgm:pt modelId="{FE7A4B4F-B838-462C-B8F8-D4EA5241EB17}">
      <dgm:prSet phldrT="[Text]" phldr="0"/>
      <dgm:spPr/>
      <dgm:t>
        <a:bodyPr/>
        <a:lstStyle/>
        <a:p>
          <a:r>
            <a:rPr lang="en-GB" sz="1100" b="1">
              <a:latin typeface="Calibri"/>
              <a:ea typeface="Calibri"/>
              <a:cs typeface="Calibri"/>
            </a:rPr>
            <a:t>Results. Priority task. Week subjects. Suggested topics. Learning path.</a:t>
          </a:r>
          <a:endParaRPr lang="en-US" sz="1100" b="1" dirty="0">
            <a:latin typeface="Calibri"/>
            <a:ea typeface="Calibri"/>
            <a:cs typeface="Calibri"/>
          </a:endParaRPr>
        </a:p>
      </dgm:t>
    </dgm:pt>
    <dgm:pt modelId="{987E967A-F359-4B5C-A4F6-70CCB27F3D6E}" type="parTrans" cxnId="{27BD8971-2D3C-423A-AA5E-4AD709B4B43C}">
      <dgm:prSet/>
      <dgm:spPr/>
      <dgm:t>
        <a:bodyPr/>
        <a:lstStyle/>
        <a:p>
          <a:endParaRPr lang="en-IN"/>
        </a:p>
      </dgm:t>
    </dgm:pt>
    <dgm:pt modelId="{82179E53-7D67-4F96-960E-4C2B1557627B}" type="sibTrans" cxnId="{27BD8971-2D3C-423A-AA5E-4AD709B4B43C}">
      <dgm:prSet/>
      <dgm:spPr/>
      <dgm:t>
        <a:bodyPr/>
        <a:lstStyle/>
        <a:p>
          <a:endParaRPr lang="en-IN"/>
        </a:p>
      </dgm:t>
    </dgm:pt>
    <dgm:pt modelId="{20961C1C-6385-4687-B411-AB3F849C510A}" type="pres">
      <dgm:prSet presAssocID="{E956AFD4-DCE1-465E-9B19-6CB0EF50F74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8EDB9D-A7BC-40BA-A8FD-C8DB94FA89D0}" type="pres">
      <dgm:prSet presAssocID="{773E4F87-DA4A-46D2-B6D4-86CD45E0DC7E}" presName="hierRoot1" presStyleCnt="0">
        <dgm:presLayoutVars>
          <dgm:hierBranch val="init"/>
        </dgm:presLayoutVars>
      </dgm:prSet>
      <dgm:spPr/>
    </dgm:pt>
    <dgm:pt modelId="{3EE79BCE-3B8C-4D8A-9399-ED4FE2EAB0A1}" type="pres">
      <dgm:prSet presAssocID="{773E4F87-DA4A-46D2-B6D4-86CD45E0DC7E}" presName="rootComposite1" presStyleCnt="0"/>
      <dgm:spPr/>
    </dgm:pt>
    <dgm:pt modelId="{9DCA36DB-1C86-4A5C-80C1-8018B9C57364}" type="pres">
      <dgm:prSet presAssocID="{773E4F87-DA4A-46D2-B6D4-86CD45E0DC7E}" presName="rootText1" presStyleLbl="node0" presStyleIdx="0" presStyleCnt="1" custScaleX="268173" custScaleY="119778">
        <dgm:presLayoutVars>
          <dgm:chPref val="3"/>
        </dgm:presLayoutVars>
      </dgm:prSet>
      <dgm:spPr/>
    </dgm:pt>
    <dgm:pt modelId="{5E91C027-F53A-43AA-858A-6B581C84012B}" type="pres">
      <dgm:prSet presAssocID="{773E4F87-DA4A-46D2-B6D4-86CD45E0DC7E}" presName="rootConnector1" presStyleLbl="node1" presStyleIdx="0" presStyleCnt="0"/>
      <dgm:spPr/>
    </dgm:pt>
    <dgm:pt modelId="{336B5A1C-BE6C-49B8-9F61-54091EBC7A92}" type="pres">
      <dgm:prSet presAssocID="{773E4F87-DA4A-46D2-B6D4-86CD45E0DC7E}" presName="hierChild2" presStyleCnt="0"/>
      <dgm:spPr/>
    </dgm:pt>
    <dgm:pt modelId="{4E372B6E-B472-4179-966A-53A46B81C340}" type="pres">
      <dgm:prSet presAssocID="{50D83203-1E03-4F85-B1B9-3A476D859FFB}" presName="Name37" presStyleLbl="parChTrans1D2" presStyleIdx="0" presStyleCnt="1"/>
      <dgm:spPr/>
    </dgm:pt>
    <dgm:pt modelId="{DE4AB2A9-98EA-4861-856C-88B57A1ABAE5}" type="pres">
      <dgm:prSet presAssocID="{49CA17EA-D5A8-4E3E-A36B-67F8BE3A9797}" presName="hierRoot2" presStyleCnt="0">
        <dgm:presLayoutVars>
          <dgm:hierBranch val="init"/>
        </dgm:presLayoutVars>
      </dgm:prSet>
      <dgm:spPr/>
    </dgm:pt>
    <dgm:pt modelId="{C0A82907-159E-4B6B-BDB7-A4CD7732C4C1}" type="pres">
      <dgm:prSet presAssocID="{49CA17EA-D5A8-4E3E-A36B-67F8BE3A9797}" presName="rootComposite" presStyleCnt="0"/>
      <dgm:spPr/>
    </dgm:pt>
    <dgm:pt modelId="{0ABF0826-8D6A-4F33-97DA-97060BA8C31B}" type="pres">
      <dgm:prSet presAssocID="{49CA17EA-D5A8-4E3E-A36B-67F8BE3A9797}" presName="rootText" presStyleLbl="node2" presStyleIdx="0" presStyleCnt="1" custScaleX="354735" custScaleY="207077">
        <dgm:presLayoutVars>
          <dgm:chPref val="3"/>
        </dgm:presLayoutVars>
      </dgm:prSet>
      <dgm:spPr/>
    </dgm:pt>
    <dgm:pt modelId="{87AB3BD4-7085-499A-87E7-814F9667282F}" type="pres">
      <dgm:prSet presAssocID="{49CA17EA-D5A8-4E3E-A36B-67F8BE3A9797}" presName="rootConnector" presStyleLbl="node2" presStyleIdx="0" presStyleCnt="1"/>
      <dgm:spPr/>
    </dgm:pt>
    <dgm:pt modelId="{24BF917B-966C-4FC2-89F4-98A9776AEE55}" type="pres">
      <dgm:prSet presAssocID="{49CA17EA-D5A8-4E3E-A36B-67F8BE3A9797}" presName="hierChild4" presStyleCnt="0"/>
      <dgm:spPr/>
    </dgm:pt>
    <dgm:pt modelId="{62A439EA-A06B-4E05-8132-CB8A2AE58640}" type="pres">
      <dgm:prSet presAssocID="{43E911E9-4DE8-4338-9989-BA487C487D35}" presName="Name37" presStyleLbl="parChTrans1D3" presStyleIdx="0" presStyleCnt="1"/>
      <dgm:spPr/>
    </dgm:pt>
    <dgm:pt modelId="{1BAFB7D6-D995-499F-A7D2-7EB2CE142068}" type="pres">
      <dgm:prSet presAssocID="{11B4C199-B5A0-4B50-9F67-AB2D45AF94DA}" presName="hierRoot2" presStyleCnt="0">
        <dgm:presLayoutVars>
          <dgm:hierBranch val="init"/>
        </dgm:presLayoutVars>
      </dgm:prSet>
      <dgm:spPr/>
    </dgm:pt>
    <dgm:pt modelId="{E83C64DB-6FA6-447F-BD67-D0C31D4792C8}" type="pres">
      <dgm:prSet presAssocID="{11B4C199-B5A0-4B50-9F67-AB2D45AF94DA}" presName="rootComposite" presStyleCnt="0"/>
      <dgm:spPr/>
    </dgm:pt>
    <dgm:pt modelId="{3845C031-8D4C-49DA-AB10-80225AEBDAB1}" type="pres">
      <dgm:prSet presAssocID="{11B4C199-B5A0-4B50-9F67-AB2D45AF94DA}" presName="rootText" presStyleLbl="node3" presStyleIdx="0" presStyleCnt="1" custScaleX="239411" custScaleY="85226">
        <dgm:presLayoutVars>
          <dgm:chPref val="3"/>
        </dgm:presLayoutVars>
      </dgm:prSet>
      <dgm:spPr/>
    </dgm:pt>
    <dgm:pt modelId="{59743B79-1AD0-4B46-9B08-3475274160DB}" type="pres">
      <dgm:prSet presAssocID="{11B4C199-B5A0-4B50-9F67-AB2D45AF94DA}" presName="rootConnector" presStyleLbl="node3" presStyleIdx="0" presStyleCnt="1"/>
      <dgm:spPr/>
    </dgm:pt>
    <dgm:pt modelId="{53014133-BB6F-4463-8E79-E8F0B256AC05}" type="pres">
      <dgm:prSet presAssocID="{11B4C199-B5A0-4B50-9F67-AB2D45AF94DA}" presName="hierChild4" presStyleCnt="0"/>
      <dgm:spPr/>
    </dgm:pt>
    <dgm:pt modelId="{72B6C687-03F8-47C5-AB90-9BB1F1EA311C}" type="pres">
      <dgm:prSet presAssocID="{F35245CD-6D61-4071-BBD1-2335437DF1D6}" presName="Name37" presStyleLbl="parChTrans1D4" presStyleIdx="0" presStyleCnt="4"/>
      <dgm:spPr/>
    </dgm:pt>
    <dgm:pt modelId="{E80EBEB0-9495-499A-A787-C1302940D0AE}" type="pres">
      <dgm:prSet presAssocID="{57D698A3-46BA-4B78-AAA8-FA54531CB9B3}" presName="hierRoot2" presStyleCnt="0">
        <dgm:presLayoutVars>
          <dgm:hierBranch val="init"/>
        </dgm:presLayoutVars>
      </dgm:prSet>
      <dgm:spPr/>
    </dgm:pt>
    <dgm:pt modelId="{F1F99D6C-4C4F-4637-842C-C8FF493D5C40}" type="pres">
      <dgm:prSet presAssocID="{57D698A3-46BA-4B78-AAA8-FA54531CB9B3}" presName="rootComposite" presStyleCnt="0"/>
      <dgm:spPr/>
    </dgm:pt>
    <dgm:pt modelId="{50F17125-E421-4134-AC47-DB7C55EC7211}" type="pres">
      <dgm:prSet presAssocID="{57D698A3-46BA-4B78-AAA8-FA54531CB9B3}" presName="rootText" presStyleLbl="node4" presStyleIdx="0" presStyleCnt="4" custScaleX="185231" custScaleY="157577">
        <dgm:presLayoutVars>
          <dgm:chPref val="3"/>
        </dgm:presLayoutVars>
      </dgm:prSet>
      <dgm:spPr/>
    </dgm:pt>
    <dgm:pt modelId="{C998DE09-2EBA-42F5-AF13-DA2401D046A9}" type="pres">
      <dgm:prSet presAssocID="{57D698A3-46BA-4B78-AAA8-FA54531CB9B3}" presName="rootConnector" presStyleLbl="node4" presStyleIdx="0" presStyleCnt="4"/>
      <dgm:spPr/>
    </dgm:pt>
    <dgm:pt modelId="{25B52B5B-8B11-4756-B063-01EA21DE815F}" type="pres">
      <dgm:prSet presAssocID="{57D698A3-46BA-4B78-AAA8-FA54531CB9B3}" presName="hierChild4" presStyleCnt="0"/>
      <dgm:spPr/>
    </dgm:pt>
    <dgm:pt modelId="{D512A37D-5132-440F-9B0D-CD70D1B17730}" type="pres">
      <dgm:prSet presAssocID="{57D698A3-46BA-4B78-AAA8-FA54531CB9B3}" presName="hierChild5" presStyleCnt="0"/>
      <dgm:spPr/>
    </dgm:pt>
    <dgm:pt modelId="{FF9F2E4F-544B-46C5-81CF-0FD0C75DB9E0}" type="pres">
      <dgm:prSet presAssocID="{2B1A49D9-9CB5-47A6-9EB4-82FA4CE192FB}" presName="Name37" presStyleLbl="parChTrans1D4" presStyleIdx="1" presStyleCnt="4"/>
      <dgm:spPr/>
    </dgm:pt>
    <dgm:pt modelId="{3CEBED23-2BEC-4C15-AA25-BCE7E5974D1C}" type="pres">
      <dgm:prSet presAssocID="{78E2B0A1-6A8C-42B0-B2F8-6EDB245ABAEE}" presName="hierRoot2" presStyleCnt="0">
        <dgm:presLayoutVars>
          <dgm:hierBranch val="init"/>
        </dgm:presLayoutVars>
      </dgm:prSet>
      <dgm:spPr/>
    </dgm:pt>
    <dgm:pt modelId="{3E78C964-A5C0-4103-8989-94CC4D91710C}" type="pres">
      <dgm:prSet presAssocID="{78E2B0A1-6A8C-42B0-B2F8-6EDB245ABAEE}" presName="rootComposite" presStyleCnt="0"/>
      <dgm:spPr/>
    </dgm:pt>
    <dgm:pt modelId="{4BA05980-DAD7-41B6-9A40-DE4B91D880BA}" type="pres">
      <dgm:prSet presAssocID="{78E2B0A1-6A8C-42B0-B2F8-6EDB245ABAEE}" presName="rootText" presStyleLbl="node4" presStyleIdx="1" presStyleCnt="4" custScaleX="239399" custScaleY="158661">
        <dgm:presLayoutVars>
          <dgm:chPref val="3"/>
        </dgm:presLayoutVars>
      </dgm:prSet>
      <dgm:spPr/>
    </dgm:pt>
    <dgm:pt modelId="{9A91DD71-80BB-4D64-947A-AC8F9FF139D4}" type="pres">
      <dgm:prSet presAssocID="{78E2B0A1-6A8C-42B0-B2F8-6EDB245ABAEE}" presName="rootConnector" presStyleLbl="node4" presStyleIdx="1" presStyleCnt="4"/>
      <dgm:spPr/>
    </dgm:pt>
    <dgm:pt modelId="{51124F6F-82D9-4851-A751-39D992D2F7D4}" type="pres">
      <dgm:prSet presAssocID="{78E2B0A1-6A8C-42B0-B2F8-6EDB245ABAEE}" presName="hierChild4" presStyleCnt="0"/>
      <dgm:spPr/>
    </dgm:pt>
    <dgm:pt modelId="{469E689C-7C8B-4143-9056-E18C9D7434B3}" type="pres">
      <dgm:prSet presAssocID="{B761B25F-BF73-48F2-8DC5-D33E7DE98E4F}" presName="Name37" presStyleLbl="parChTrans1D4" presStyleIdx="2" presStyleCnt="4"/>
      <dgm:spPr/>
    </dgm:pt>
    <dgm:pt modelId="{DD2049A3-C15C-4EA2-9F98-95ABCA5269FC}" type="pres">
      <dgm:prSet presAssocID="{546723CF-2BB8-4BED-BAB5-DB7D5C0BB4C8}" presName="hierRoot2" presStyleCnt="0">
        <dgm:presLayoutVars>
          <dgm:hierBranch val="init"/>
        </dgm:presLayoutVars>
      </dgm:prSet>
      <dgm:spPr/>
    </dgm:pt>
    <dgm:pt modelId="{3228C02E-1CE7-4957-B779-463A68F009BD}" type="pres">
      <dgm:prSet presAssocID="{546723CF-2BB8-4BED-BAB5-DB7D5C0BB4C8}" presName="rootComposite" presStyleCnt="0"/>
      <dgm:spPr/>
    </dgm:pt>
    <dgm:pt modelId="{89F10F57-4B93-4B91-A234-7C3B7857549E}" type="pres">
      <dgm:prSet presAssocID="{546723CF-2BB8-4BED-BAB5-DB7D5C0BB4C8}" presName="rootText" presStyleLbl="node4" presStyleIdx="2" presStyleCnt="4" custScaleX="398252">
        <dgm:presLayoutVars>
          <dgm:chPref val="3"/>
        </dgm:presLayoutVars>
      </dgm:prSet>
      <dgm:spPr/>
    </dgm:pt>
    <dgm:pt modelId="{C6DC8473-8ADA-48C3-AACB-7E6C74EF8274}" type="pres">
      <dgm:prSet presAssocID="{546723CF-2BB8-4BED-BAB5-DB7D5C0BB4C8}" presName="rootConnector" presStyleLbl="node4" presStyleIdx="2" presStyleCnt="4"/>
      <dgm:spPr/>
    </dgm:pt>
    <dgm:pt modelId="{19117C7A-9330-4146-B3E2-D1A7D72A8231}" type="pres">
      <dgm:prSet presAssocID="{546723CF-2BB8-4BED-BAB5-DB7D5C0BB4C8}" presName="hierChild4" presStyleCnt="0"/>
      <dgm:spPr/>
    </dgm:pt>
    <dgm:pt modelId="{D54F9B12-6C93-4E13-B8C4-BF4086D7ADE9}" type="pres">
      <dgm:prSet presAssocID="{987E967A-F359-4B5C-A4F6-70CCB27F3D6E}" presName="Name37" presStyleLbl="parChTrans1D4" presStyleIdx="3" presStyleCnt="4"/>
      <dgm:spPr/>
    </dgm:pt>
    <dgm:pt modelId="{B92C2668-53E3-427D-AEFD-F7D4C1322329}" type="pres">
      <dgm:prSet presAssocID="{FE7A4B4F-B838-462C-B8F8-D4EA5241EB17}" presName="hierRoot2" presStyleCnt="0">
        <dgm:presLayoutVars>
          <dgm:hierBranch val="init"/>
        </dgm:presLayoutVars>
      </dgm:prSet>
      <dgm:spPr/>
    </dgm:pt>
    <dgm:pt modelId="{8E382E10-4050-496C-BF33-90A5952A14F8}" type="pres">
      <dgm:prSet presAssocID="{FE7A4B4F-B838-462C-B8F8-D4EA5241EB17}" presName="rootComposite" presStyleCnt="0"/>
      <dgm:spPr/>
    </dgm:pt>
    <dgm:pt modelId="{EBD6D662-230F-4ED3-803E-4CAF845AC01E}" type="pres">
      <dgm:prSet presAssocID="{FE7A4B4F-B838-462C-B8F8-D4EA5241EB17}" presName="rootText" presStyleLbl="node4" presStyleIdx="3" presStyleCnt="4" custScaleX="275505">
        <dgm:presLayoutVars>
          <dgm:chPref val="3"/>
        </dgm:presLayoutVars>
      </dgm:prSet>
      <dgm:spPr/>
    </dgm:pt>
    <dgm:pt modelId="{2DFCE43A-F40D-4A5B-BC6B-A5D3877AF453}" type="pres">
      <dgm:prSet presAssocID="{FE7A4B4F-B838-462C-B8F8-D4EA5241EB17}" presName="rootConnector" presStyleLbl="node4" presStyleIdx="3" presStyleCnt="4"/>
      <dgm:spPr/>
    </dgm:pt>
    <dgm:pt modelId="{0B525CB5-1885-4ADB-8D26-1983AB43FACA}" type="pres">
      <dgm:prSet presAssocID="{FE7A4B4F-B838-462C-B8F8-D4EA5241EB17}" presName="hierChild4" presStyleCnt="0"/>
      <dgm:spPr/>
    </dgm:pt>
    <dgm:pt modelId="{97C7010E-9B9F-4FF1-B660-F00E9DDC638B}" type="pres">
      <dgm:prSet presAssocID="{FE7A4B4F-B838-462C-B8F8-D4EA5241EB17}" presName="hierChild5" presStyleCnt="0"/>
      <dgm:spPr/>
    </dgm:pt>
    <dgm:pt modelId="{977B7F83-D367-4CFB-9E18-C1CA5021CD73}" type="pres">
      <dgm:prSet presAssocID="{546723CF-2BB8-4BED-BAB5-DB7D5C0BB4C8}" presName="hierChild5" presStyleCnt="0"/>
      <dgm:spPr/>
    </dgm:pt>
    <dgm:pt modelId="{99444A34-7D51-4044-AD01-CEDE73E6B2DA}" type="pres">
      <dgm:prSet presAssocID="{78E2B0A1-6A8C-42B0-B2F8-6EDB245ABAEE}" presName="hierChild5" presStyleCnt="0"/>
      <dgm:spPr/>
    </dgm:pt>
    <dgm:pt modelId="{27ED0D76-8AC1-4DDE-9E41-10877E45031B}" type="pres">
      <dgm:prSet presAssocID="{11B4C199-B5A0-4B50-9F67-AB2D45AF94DA}" presName="hierChild5" presStyleCnt="0"/>
      <dgm:spPr/>
    </dgm:pt>
    <dgm:pt modelId="{8A97F528-59E1-49C4-8A0D-8D8A97D8960A}" type="pres">
      <dgm:prSet presAssocID="{49CA17EA-D5A8-4E3E-A36B-67F8BE3A9797}" presName="hierChild5" presStyleCnt="0"/>
      <dgm:spPr/>
    </dgm:pt>
    <dgm:pt modelId="{8516BB2E-845D-4962-904B-D8055D3A9041}" type="pres">
      <dgm:prSet presAssocID="{773E4F87-DA4A-46D2-B6D4-86CD45E0DC7E}" presName="hierChild3" presStyleCnt="0"/>
      <dgm:spPr/>
    </dgm:pt>
  </dgm:ptLst>
  <dgm:cxnLst>
    <dgm:cxn modelId="{ACFC5D09-C323-48DD-B1E4-1319B2102F5F}" type="presOf" srcId="{773E4F87-DA4A-46D2-B6D4-86CD45E0DC7E}" destId="{5E91C027-F53A-43AA-858A-6B581C84012B}" srcOrd="1" destOrd="0" presId="urn:microsoft.com/office/officeart/2005/8/layout/orgChart1"/>
    <dgm:cxn modelId="{F8BBE012-452B-4769-BFF7-7827B8466B3F}" type="presOf" srcId="{49CA17EA-D5A8-4E3E-A36B-67F8BE3A9797}" destId="{87AB3BD4-7085-499A-87E7-814F9667282F}" srcOrd="1" destOrd="0" presId="urn:microsoft.com/office/officeart/2005/8/layout/orgChart1"/>
    <dgm:cxn modelId="{89DC682E-B752-493C-B657-813C76447028}" type="presOf" srcId="{50D83203-1E03-4F85-B1B9-3A476D859FFB}" destId="{4E372B6E-B472-4179-966A-53A46B81C340}" srcOrd="0" destOrd="0" presId="urn:microsoft.com/office/officeart/2005/8/layout/orgChart1"/>
    <dgm:cxn modelId="{4991BC2E-CF4E-4604-9D34-F367C44DD9F1}" srcId="{49CA17EA-D5A8-4E3E-A36B-67F8BE3A9797}" destId="{11B4C199-B5A0-4B50-9F67-AB2D45AF94DA}" srcOrd="0" destOrd="0" parTransId="{43E911E9-4DE8-4338-9989-BA487C487D35}" sibTransId="{5AFE412D-FAB4-4138-8571-FB5AFAEAFB87}"/>
    <dgm:cxn modelId="{52203F3E-4D3A-41FA-9D8F-98CA989DBD45}" type="presOf" srcId="{49CA17EA-D5A8-4E3E-A36B-67F8BE3A9797}" destId="{0ABF0826-8D6A-4F33-97DA-97060BA8C31B}" srcOrd="0" destOrd="0" presId="urn:microsoft.com/office/officeart/2005/8/layout/orgChart1"/>
    <dgm:cxn modelId="{031C1D44-ADE9-41E3-B320-0A731C6B7CAB}" type="presOf" srcId="{546723CF-2BB8-4BED-BAB5-DB7D5C0BB4C8}" destId="{89F10F57-4B93-4B91-A234-7C3B7857549E}" srcOrd="0" destOrd="0" presId="urn:microsoft.com/office/officeart/2005/8/layout/orgChart1"/>
    <dgm:cxn modelId="{5DDA7645-65B7-464B-A8C7-B368A792ACDD}" type="presOf" srcId="{FE7A4B4F-B838-462C-B8F8-D4EA5241EB17}" destId="{2DFCE43A-F40D-4A5B-BC6B-A5D3877AF453}" srcOrd="1" destOrd="0" presId="urn:microsoft.com/office/officeart/2005/8/layout/orgChart1"/>
    <dgm:cxn modelId="{136B5B4B-B641-4803-8250-B3611637F0E0}" type="presOf" srcId="{11B4C199-B5A0-4B50-9F67-AB2D45AF94DA}" destId="{59743B79-1AD0-4B46-9B08-3475274160DB}" srcOrd="1" destOrd="0" presId="urn:microsoft.com/office/officeart/2005/8/layout/orgChart1"/>
    <dgm:cxn modelId="{7105716D-5648-4589-AF76-77E182C854BC}" srcId="{11B4C199-B5A0-4B50-9F67-AB2D45AF94DA}" destId="{78E2B0A1-6A8C-42B0-B2F8-6EDB245ABAEE}" srcOrd="1" destOrd="0" parTransId="{2B1A49D9-9CB5-47A6-9EB4-82FA4CE192FB}" sibTransId="{922DE8CA-3A44-46CB-ADDD-866C6848E82D}"/>
    <dgm:cxn modelId="{0D201C4E-DB13-489E-806E-5076B253C067}" type="presOf" srcId="{773E4F87-DA4A-46D2-B6D4-86CD45E0DC7E}" destId="{9DCA36DB-1C86-4A5C-80C1-8018B9C57364}" srcOrd="0" destOrd="0" presId="urn:microsoft.com/office/officeart/2005/8/layout/orgChart1"/>
    <dgm:cxn modelId="{5CE53B4E-BE22-45C4-A257-7A2A2925384F}" srcId="{78E2B0A1-6A8C-42B0-B2F8-6EDB245ABAEE}" destId="{546723CF-2BB8-4BED-BAB5-DB7D5C0BB4C8}" srcOrd="0" destOrd="0" parTransId="{B761B25F-BF73-48F2-8DC5-D33E7DE98E4F}" sibTransId="{616C499D-6B00-41E6-9ED4-F7DB0C5D955D}"/>
    <dgm:cxn modelId="{ED95A14F-0590-4E2B-81AD-B629040E2478}" type="presOf" srcId="{546723CF-2BB8-4BED-BAB5-DB7D5C0BB4C8}" destId="{C6DC8473-8ADA-48C3-AACB-7E6C74EF8274}" srcOrd="1" destOrd="0" presId="urn:microsoft.com/office/officeart/2005/8/layout/orgChart1"/>
    <dgm:cxn modelId="{27BD8971-2D3C-423A-AA5E-4AD709B4B43C}" srcId="{546723CF-2BB8-4BED-BAB5-DB7D5C0BB4C8}" destId="{FE7A4B4F-B838-462C-B8F8-D4EA5241EB17}" srcOrd="0" destOrd="0" parTransId="{987E967A-F359-4B5C-A4F6-70CCB27F3D6E}" sibTransId="{82179E53-7D67-4F96-960E-4C2B1557627B}"/>
    <dgm:cxn modelId="{D11D8074-82A2-43FA-9168-B803A5198D75}" type="presOf" srcId="{11B4C199-B5A0-4B50-9F67-AB2D45AF94DA}" destId="{3845C031-8D4C-49DA-AB10-80225AEBDAB1}" srcOrd="0" destOrd="0" presId="urn:microsoft.com/office/officeart/2005/8/layout/orgChart1"/>
    <dgm:cxn modelId="{7E29BB5A-AD7C-4B66-8DB9-97C6E9203A1D}" srcId="{773E4F87-DA4A-46D2-B6D4-86CD45E0DC7E}" destId="{49CA17EA-D5A8-4E3E-A36B-67F8BE3A9797}" srcOrd="0" destOrd="0" parTransId="{50D83203-1E03-4F85-B1B9-3A476D859FFB}" sibTransId="{406700D1-623C-4F87-B52E-F12E02902BF7}"/>
    <dgm:cxn modelId="{C6CD637E-78FB-4FBB-88F3-8616F89AB446}" type="presOf" srcId="{57D698A3-46BA-4B78-AAA8-FA54531CB9B3}" destId="{50F17125-E421-4134-AC47-DB7C55EC7211}" srcOrd="0" destOrd="0" presId="urn:microsoft.com/office/officeart/2005/8/layout/orgChart1"/>
    <dgm:cxn modelId="{BEDA907E-BF7C-4A73-9DDA-2D57A2FF5EFA}" srcId="{11B4C199-B5A0-4B50-9F67-AB2D45AF94DA}" destId="{57D698A3-46BA-4B78-AAA8-FA54531CB9B3}" srcOrd="0" destOrd="0" parTransId="{F35245CD-6D61-4071-BBD1-2335437DF1D6}" sibTransId="{62A965CF-E7A6-46A4-B712-AD59D8C078AD}"/>
    <dgm:cxn modelId="{A567AB80-2269-413F-BA15-B8196D74D410}" type="presOf" srcId="{F35245CD-6D61-4071-BBD1-2335437DF1D6}" destId="{72B6C687-03F8-47C5-AB90-9BB1F1EA311C}" srcOrd="0" destOrd="0" presId="urn:microsoft.com/office/officeart/2005/8/layout/orgChart1"/>
    <dgm:cxn modelId="{A34CD080-0114-4E0F-89A0-4685B26B242A}" type="presOf" srcId="{B761B25F-BF73-48F2-8DC5-D33E7DE98E4F}" destId="{469E689C-7C8B-4143-9056-E18C9D7434B3}" srcOrd="0" destOrd="0" presId="urn:microsoft.com/office/officeart/2005/8/layout/orgChart1"/>
    <dgm:cxn modelId="{1640CC92-B837-4166-98B4-24AC146C4442}" srcId="{E956AFD4-DCE1-465E-9B19-6CB0EF50F748}" destId="{773E4F87-DA4A-46D2-B6D4-86CD45E0DC7E}" srcOrd="0" destOrd="0" parTransId="{D596427A-B26E-4E9E-BCD0-A906B0909C03}" sibTransId="{C74F4751-D134-42AD-B5E6-910090DF0A30}"/>
    <dgm:cxn modelId="{F9B07799-8DB1-4D55-9851-28EF9E04A392}" type="presOf" srcId="{E956AFD4-DCE1-465E-9B19-6CB0EF50F748}" destId="{20961C1C-6385-4687-B411-AB3F849C510A}" srcOrd="0" destOrd="0" presId="urn:microsoft.com/office/officeart/2005/8/layout/orgChart1"/>
    <dgm:cxn modelId="{8E4AFBBA-170A-4470-96BB-F78CB80649AB}" type="presOf" srcId="{78E2B0A1-6A8C-42B0-B2F8-6EDB245ABAEE}" destId="{9A91DD71-80BB-4D64-947A-AC8F9FF139D4}" srcOrd="1" destOrd="0" presId="urn:microsoft.com/office/officeart/2005/8/layout/orgChart1"/>
    <dgm:cxn modelId="{F45CF9CF-F4FF-4BC2-988C-1B1100511DB6}" type="presOf" srcId="{43E911E9-4DE8-4338-9989-BA487C487D35}" destId="{62A439EA-A06B-4E05-8132-CB8A2AE58640}" srcOrd="0" destOrd="0" presId="urn:microsoft.com/office/officeart/2005/8/layout/orgChart1"/>
    <dgm:cxn modelId="{25B714E5-DBFF-4965-B944-B9D212BB7991}" type="presOf" srcId="{78E2B0A1-6A8C-42B0-B2F8-6EDB245ABAEE}" destId="{4BA05980-DAD7-41B6-9A40-DE4B91D880BA}" srcOrd="0" destOrd="0" presId="urn:microsoft.com/office/officeart/2005/8/layout/orgChart1"/>
    <dgm:cxn modelId="{8F7FE8E5-F119-4E06-BB5A-D7CB5FB72630}" type="presOf" srcId="{2B1A49D9-9CB5-47A6-9EB4-82FA4CE192FB}" destId="{FF9F2E4F-544B-46C5-81CF-0FD0C75DB9E0}" srcOrd="0" destOrd="0" presId="urn:microsoft.com/office/officeart/2005/8/layout/orgChart1"/>
    <dgm:cxn modelId="{22EF4EEB-19D6-48FD-8BBD-47F3F26D9EE5}" type="presOf" srcId="{987E967A-F359-4B5C-A4F6-70CCB27F3D6E}" destId="{D54F9B12-6C93-4E13-B8C4-BF4086D7ADE9}" srcOrd="0" destOrd="0" presId="urn:microsoft.com/office/officeart/2005/8/layout/orgChart1"/>
    <dgm:cxn modelId="{2EA276EC-AF4A-477C-8903-44D5D9248259}" type="presOf" srcId="{FE7A4B4F-B838-462C-B8F8-D4EA5241EB17}" destId="{EBD6D662-230F-4ED3-803E-4CAF845AC01E}" srcOrd="0" destOrd="0" presId="urn:microsoft.com/office/officeart/2005/8/layout/orgChart1"/>
    <dgm:cxn modelId="{AEB61AEF-F6CC-4D8D-BB32-3724A4F63633}" type="presOf" srcId="{57D698A3-46BA-4B78-AAA8-FA54531CB9B3}" destId="{C998DE09-2EBA-42F5-AF13-DA2401D046A9}" srcOrd="1" destOrd="0" presId="urn:microsoft.com/office/officeart/2005/8/layout/orgChart1"/>
    <dgm:cxn modelId="{BC00E200-8729-4FB4-9CE7-8B06AF19D412}" type="presParOf" srcId="{20961C1C-6385-4687-B411-AB3F849C510A}" destId="{108EDB9D-A7BC-40BA-A8FD-C8DB94FA89D0}" srcOrd="0" destOrd="0" presId="urn:microsoft.com/office/officeart/2005/8/layout/orgChart1"/>
    <dgm:cxn modelId="{7A2D1DB7-B13A-43CE-87AA-161FA9FDB04F}" type="presParOf" srcId="{108EDB9D-A7BC-40BA-A8FD-C8DB94FA89D0}" destId="{3EE79BCE-3B8C-4D8A-9399-ED4FE2EAB0A1}" srcOrd="0" destOrd="0" presId="urn:microsoft.com/office/officeart/2005/8/layout/orgChart1"/>
    <dgm:cxn modelId="{C6DE5C50-9536-4D62-9708-79BDBE59AB30}" type="presParOf" srcId="{3EE79BCE-3B8C-4D8A-9399-ED4FE2EAB0A1}" destId="{9DCA36DB-1C86-4A5C-80C1-8018B9C57364}" srcOrd="0" destOrd="0" presId="urn:microsoft.com/office/officeart/2005/8/layout/orgChart1"/>
    <dgm:cxn modelId="{B538192B-36B0-4ACA-8240-C304A0C4605B}" type="presParOf" srcId="{3EE79BCE-3B8C-4D8A-9399-ED4FE2EAB0A1}" destId="{5E91C027-F53A-43AA-858A-6B581C84012B}" srcOrd="1" destOrd="0" presId="urn:microsoft.com/office/officeart/2005/8/layout/orgChart1"/>
    <dgm:cxn modelId="{88554160-9B91-4B31-9ACC-1A5E09EED809}" type="presParOf" srcId="{108EDB9D-A7BC-40BA-A8FD-C8DB94FA89D0}" destId="{336B5A1C-BE6C-49B8-9F61-54091EBC7A92}" srcOrd="1" destOrd="0" presId="urn:microsoft.com/office/officeart/2005/8/layout/orgChart1"/>
    <dgm:cxn modelId="{5CEF48F1-E38D-4169-AC29-92ABD4C9F62C}" type="presParOf" srcId="{336B5A1C-BE6C-49B8-9F61-54091EBC7A92}" destId="{4E372B6E-B472-4179-966A-53A46B81C340}" srcOrd="0" destOrd="0" presId="urn:microsoft.com/office/officeart/2005/8/layout/orgChart1"/>
    <dgm:cxn modelId="{ABC3D974-6C21-4EBF-9E2B-9927E214C8DA}" type="presParOf" srcId="{336B5A1C-BE6C-49B8-9F61-54091EBC7A92}" destId="{DE4AB2A9-98EA-4861-856C-88B57A1ABAE5}" srcOrd="1" destOrd="0" presId="urn:microsoft.com/office/officeart/2005/8/layout/orgChart1"/>
    <dgm:cxn modelId="{D21F7B8C-687B-427A-A634-006202F1B535}" type="presParOf" srcId="{DE4AB2A9-98EA-4861-856C-88B57A1ABAE5}" destId="{C0A82907-159E-4B6B-BDB7-A4CD7732C4C1}" srcOrd="0" destOrd="0" presId="urn:microsoft.com/office/officeart/2005/8/layout/orgChart1"/>
    <dgm:cxn modelId="{9DB44362-E9B3-41CB-8FC3-CD9A7AE8F04D}" type="presParOf" srcId="{C0A82907-159E-4B6B-BDB7-A4CD7732C4C1}" destId="{0ABF0826-8D6A-4F33-97DA-97060BA8C31B}" srcOrd="0" destOrd="0" presId="urn:microsoft.com/office/officeart/2005/8/layout/orgChart1"/>
    <dgm:cxn modelId="{93711776-66FF-4BFA-BEE7-3DC9560708DE}" type="presParOf" srcId="{C0A82907-159E-4B6B-BDB7-A4CD7732C4C1}" destId="{87AB3BD4-7085-499A-87E7-814F9667282F}" srcOrd="1" destOrd="0" presId="urn:microsoft.com/office/officeart/2005/8/layout/orgChart1"/>
    <dgm:cxn modelId="{B00FA466-ADC5-4F28-86C4-6A21DB8B42F6}" type="presParOf" srcId="{DE4AB2A9-98EA-4861-856C-88B57A1ABAE5}" destId="{24BF917B-966C-4FC2-89F4-98A9776AEE55}" srcOrd="1" destOrd="0" presId="urn:microsoft.com/office/officeart/2005/8/layout/orgChart1"/>
    <dgm:cxn modelId="{74228F9E-316E-4A02-A383-DFC74A08C5D9}" type="presParOf" srcId="{24BF917B-966C-4FC2-89F4-98A9776AEE55}" destId="{62A439EA-A06B-4E05-8132-CB8A2AE58640}" srcOrd="0" destOrd="0" presId="urn:microsoft.com/office/officeart/2005/8/layout/orgChart1"/>
    <dgm:cxn modelId="{3F7C628D-D883-4BC6-BBFF-D80728352CF7}" type="presParOf" srcId="{24BF917B-966C-4FC2-89F4-98A9776AEE55}" destId="{1BAFB7D6-D995-499F-A7D2-7EB2CE142068}" srcOrd="1" destOrd="0" presId="urn:microsoft.com/office/officeart/2005/8/layout/orgChart1"/>
    <dgm:cxn modelId="{69EE851C-105A-437F-84C9-0378BDD764A8}" type="presParOf" srcId="{1BAFB7D6-D995-499F-A7D2-7EB2CE142068}" destId="{E83C64DB-6FA6-447F-BD67-D0C31D4792C8}" srcOrd="0" destOrd="0" presId="urn:microsoft.com/office/officeart/2005/8/layout/orgChart1"/>
    <dgm:cxn modelId="{6F8E037D-625A-4604-B565-44A989565751}" type="presParOf" srcId="{E83C64DB-6FA6-447F-BD67-D0C31D4792C8}" destId="{3845C031-8D4C-49DA-AB10-80225AEBDAB1}" srcOrd="0" destOrd="0" presId="urn:microsoft.com/office/officeart/2005/8/layout/orgChart1"/>
    <dgm:cxn modelId="{9942A196-52E1-47D4-858F-C69F01665172}" type="presParOf" srcId="{E83C64DB-6FA6-447F-BD67-D0C31D4792C8}" destId="{59743B79-1AD0-4B46-9B08-3475274160DB}" srcOrd="1" destOrd="0" presId="urn:microsoft.com/office/officeart/2005/8/layout/orgChart1"/>
    <dgm:cxn modelId="{DBA0B853-ABA4-4F0F-8C30-B79817DB0820}" type="presParOf" srcId="{1BAFB7D6-D995-499F-A7D2-7EB2CE142068}" destId="{53014133-BB6F-4463-8E79-E8F0B256AC05}" srcOrd="1" destOrd="0" presId="urn:microsoft.com/office/officeart/2005/8/layout/orgChart1"/>
    <dgm:cxn modelId="{7737A14F-AA3F-4848-B51D-F4BFB6E4557B}" type="presParOf" srcId="{53014133-BB6F-4463-8E79-E8F0B256AC05}" destId="{72B6C687-03F8-47C5-AB90-9BB1F1EA311C}" srcOrd="0" destOrd="0" presId="urn:microsoft.com/office/officeart/2005/8/layout/orgChart1"/>
    <dgm:cxn modelId="{E4A985EC-E8F9-4C40-9C57-A8152D8BEEDB}" type="presParOf" srcId="{53014133-BB6F-4463-8E79-E8F0B256AC05}" destId="{E80EBEB0-9495-499A-A787-C1302940D0AE}" srcOrd="1" destOrd="0" presId="urn:microsoft.com/office/officeart/2005/8/layout/orgChart1"/>
    <dgm:cxn modelId="{FD85E18F-0266-4D7B-A652-356A603739E3}" type="presParOf" srcId="{E80EBEB0-9495-499A-A787-C1302940D0AE}" destId="{F1F99D6C-4C4F-4637-842C-C8FF493D5C40}" srcOrd="0" destOrd="0" presId="urn:microsoft.com/office/officeart/2005/8/layout/orgChart1"/>
    <dgm:cxn modelId="{2A8ECD57-BFCB-42C2-A788-6523E443F4DC}" type="presParOf" srcId="{F1F99D6C-4C4F-4637-842C-C8FF493D5C40}" destId="{50F17125-E421-4134-AC47-DB7C55EC7211}" srcOrd="0" destOrd="0" presId="urn:microsoft.com/office/officeart/2005/8/layout/orgChart1"/>
    <dgm:cxn modelId="{57942A1A-6CF0-4F9B-8AAF-57CBEEB47670}" type="presParOf" srcId="{F1F99D6C-4C4F-4637-842C-C8FF493D5C40}" destId="{C998DE09-2EBA-42F5-AF13-DA2401D046A9}" srcOrd="1" destOrd="0" presId="urn:microsoft.com/office/officeart/2005/8/layout/orgChart1"/>
    <dgm:cxn modelId="{EE384F43-D2E1-4B3C-97FA-2B5EE3153BCA}" type="presParOf" srcId="{E80EBEB0-9495-499A-A787-C1302940D0AE}" destId="{25B52B5B-8B11-4756-B063-01EA21DE815F}" srcOrd="1" destOrd="0" presId="urn:microsoft.com/office/officeart/2005/8/layout/orgChart1"/>
    <dgm:cxn modelId="{BF1C1ED8-A2B2-4F3A-BC5E-B79730030F7F}" type="presParOf" srcId="{E80EBEB0-9495-499A-A787-C1302940D0AE}" destId="{D512A37D-5132-440F-9B0D-CD70D1B17730}" srcOrd="2" destOrd="0" presId="urn:microsoft.com/office/officeart/2005/8/layout/orgChart1"/>
    <dgm:cxn modelId="{17851A50-F158-4703-B93E-A1581E4DD58B}" type="presParOf" srcId="{53014133-BB6F-4463-8E79-E8F0B256AC05}" destId="{FF9F2E4F-544B-46C5-81CF-0FD0C75DB9E0}" srcOrd="2" destOrd="0" presId="urn:microsoft.com/office/officeart/2005/8/layout/orgChart1"/>
    <dgm:cxn modelId="{B62DD98D-C7A5-4058-BB30-75B49AF7A4CA}" type="presParOf" srcId="{53014133-BB6F-4463-8E79-E8F0B256AC05}" destId="{3CEBED23-2BEC-4C15-AA25-BCE7E5974D1C}" srcOrd="3" destOrd="0" presId="urn:microsoft.com/office/officeart/2005/8/layout/orgChart1"/>
    <dgm:cxn modelId="{A570D32B-56C7-4AB5-856B-8BB7591B1453}" type="presParOf" srcId="{3CEBED23-2BEC-4C15-AA25-BCE7E5974D1C}" destId="{3E78C964-A5C0-4103-8989-94CC4D91710C}" srcOrd="0" destOrd="0" presId="urn:microsoft.com/office/officeart/2005/8/layout/orgChart1"/>
    <dgm:cxn modelId="{E122ED57-1EB4-4463-AD4B-E87687EA016F}" type="presParOf" srcId="{3E78C964-A5C0-4103-8989-94CC4D91710C}" destId="{4BA05980-DAD7-41B6-9A40-DE4B91D880BA}" srcOrd="0" destOrd="0" presId="urn:microsoft.com/office/officeart/2005/8/layout/orgChart1"/>
    <dgm:cxn modelId="{0CA88A64-9848-4E86-A760-B59F45708E9D}" type="presParOf" srcId="{3E78C964-A5C0-4103-8989-94CC4D91710C}" destId="{9A91DD71-80BB-4D64-947A-AC8F9FF139D4}" srcOrd="1" destOrd="0" presId="urn:microsoft.com/office/officeart/2005/8/layout/orgChart1"/>
    <dgm:cxn modelId="{00CE4309-BC7D-4E30-A491-6C227BEAA300}" type="presParOf" srcId="{3CEBED23-2BEC-4C15-AA25-BCE7E5974D1C}" destId="{51124F6F-82D9-4851-A751-39D992D2F7D4}" srcOrd="1" destOrd="0" presId="urn:microsoft.com/office/officeart/2005/8/layout/orgChart1"/>
    <dgm:cxn modelId="{4781AE41-7809-4FCD-AE00-60819646C2AF}" type="presParOf" srcId="{51124F6F-82D9-4851-A751-39D992D2F7D4}" destId="{469E689C-7C8B-4143-9056-E18C9D7434B3}" srcOrd="0" destOrd="0" presId="urn:microsoft.com/office/officeart/2005/8/layout/orgChart1"/>
    <dgm:cxn modelId="{00202951-E2D8-421C-B3AC-3CC4E7B187B0}" type="presParOf" srcId="{51124F6F-82D9-4851-A751-39D992D2F7D4}" destId="{DD2049A3-C15C-4EA2-9F98-95ABCA5269FC}" srcOrd="1" destOrd="0" presId="urn:microsoft.com/office/officeart/2005/8/layout/orgChart1"/>
    <dgm:cxn modelId="{AA81024C-F086-43A0-AEBC-524C97DBE6D2}" type="presParOf" srcId="{DD2049A3-C15C-4EA2-9F98-95ABCA5269FC}" destId="{3228C02E-1CE7-4957-B779-463A68F009BD}" srcOrd="0" destOrd="0" presId="urn:microsoft.com/office/officeart/2005/8/layout/orgChart1"/>
    <dgm:cxn modelId="{CFBE13BE-2B6C-4A68-B932-DED1ECF60DCD}" type="presParOf" srcId="{3228C02E-1CE7-4957-B779-463A68F009BD}" destId="{89F10F57-4B93-4B91-A234-7C3B7857549E}" srcOrd="0" destOrd="0" presId="urn:microsoft.com/office/officeart/2005/8/layout/orgChart1"/>
    <dgm:cxn modelId="{DFC89640-6181-4AB8-81FD-598B0B0F50BE}" type="presParOf" srcId="{3228C02E-1CE7-4957-B779-463A68F009BD}" destId="{C6DC8473-8ADA-48C3-AACB-7E6C74EF8274}" srcOrd="1" destOrd="0" presId="urn:microsoft.com/office/officeart/2005/8/layout/orgChart1"/>
    <dgm:cxn modelId="{66BE1FCF-0BA5-47CF-A766-B1914583195C}" type="presParOf" srcId="{DD2049A3-C15C-4EA2-9F98-95ABCA5269FC}" destId="{19117C7A-9330-4146-B3E2-D1A7D72A8231}" srcOrd="1" destOrd="0" presId="urn:microsoft.com/office/officeart/2005/8/layout/orgChart1"/>
    <dgm:cxn modelId="{404CF56B-00EA-4305-BDB3-533464DCFF37}" type="presParOf" srcId="{19117C7A-9330-4146-B3E2-D1A7D72A8231}" destId="{D54F9B12-6C93-4E13-B8C4-BF4086D7ADE9}" srcOrd="0" destOrd="0" presId="urn:microsoft.com/office/officeart/2005/8/layout/orgChart1"/>
    <dgm:cxn modelId="{743E0974-50D0-43B1-999D-F951760D48A6}" type="presParOf" srcId="{19117C7A-9330-4146-B3E2-D1A7D72A8231}" destId="{B92C2668-53E3-427D-AEFD-F7D4C1322329}" srcOrd="1" destOrd="0" presId="urn:microsoft.com/office/officeart/2005/8/layout/orgChart1"/>
    <dgm:cxn modelId="{3C83F748-38BB-4423-82F6-3AE887B18F92}" type="presParOf" srcId="{B92C2668-53E3-427D-AEFD-F7D4C1322329}" destId="{8E382E10-4050-496C-BF33-90A5952A14F8}" srcOrd="0" destOrd="0" presId="urn:microsoft.com/office/officeart/2005/8/layout/orgChart1"/>
    <dgm:cxn modelId="{E5DA2C41-E96A-4FB6-93F0-6B07254BC90F}" type="presParOf" srcId="{8E382E10-4050-496C-BF33-90A5952A14F8}" destId="{EBD6D662-230F-4ED3-803E-4CAF845AC01E}" srcOrd="0" destOrd="0" presId="urn:microsoft.com/office/officeart/2005/8/layout/orgChart1"/>
    <dgm:cxn modelId="{B1FA6499-170E-4105-ACD5-C84CC420CE87}" type="presParOf" srcId="{8E382E10-4050-496C-BF33-90A5952A14F8}" destId="{2DFCE43A-F40D-4A5B-BC6B-A5D3877AF453}" srcOrd="1" destOrd="0" presId="urn:microsoft.com/office/officeart/2005/8/layout/orgChart1"/>
    <dgm:cxn modelId="{C61F9A26-63FB-44B6-ABCF-BFF0CF0A202C}" type="presParOf" srcId="{B92C2668-53E3-427D-AEFD-F7D4C1322329}" destId="{0B525CB5-1885-4ADB-8D26-1983AB43FACA}" srcOrd="1" destOrd="0" presId="urn:microsoft.com/office/officeart/2005/8/layout/orgChart1"/>
    <dgm:cxn modelId="{189886D0-BFCD-4ED5-9CE2-3AF229D41F3C}" type="presParOf" srcId="{B92C2668-53E3-427D-AEFD-F7D4C1322329}" destId="{97C7010E-9B9F-4FF1-B660-F00E9DDC638B}" srcOrd="2" destOrd="0" presId="urn:microsoft.com/office/officeart/2005/8/layout/orgChart1"/>
    <dgm:cxn modelId="{6D5C4F67-CBB4-467F-ACAC-FB7A6C0B66DD}" type="presParOf" srcId="{DD2049A3-C15C-4EA2-9F98-95ABCA5269FC}" destId="{977B7F83-D367-4CFB-9E18-C1CA5021CD73}" srcOrd="2" destOrd="0" presId="urn:microsoft.com/office/officeart/2005/8/layout/orgChart1"/>
    <dgm:cxn modelId="{BFB4580B-4578-4531-8C1B-B10AF2E3D9F0}" type="presParOf" srcId="{3CEBED23-2BEC-4C15-AA25-BCE7E5974D1C}" destId="{99444A34-7D51-4044-AD01-CEDE73E6B2DA}" srcOrd="2" destOrd="0" presId="urn:microsoft.com/office/officeart/2005/8/layout/orgChart1"/>
    <dgm:cxn modelId="{3E68FFBD-B661-4C9C-BE18-0567861F7B34}" type="presParOf" srcId="{1BAFB7D6-D995-499F-A7D2-7EB2CE142068}" destId="{27ED0D76-8AC1-4DDE-9E41-10877E45031B}" srcOrd="2" destOrd="0" presId="urn:microsoft.com/office/officeart/2005/8/layout/orgChart1"/>
    <dgm:cxn modelId="{7BB8B5E1-2BE7-4A7E-AAD5-AC99DD49FEB3}" type="presParOf" srcId="{DE4AB2A9-98EA-4861-856C-88B57A1ABAE5}" destId="{8A97F528-59E1-49C4-8A0D-8D8A97D8960A}" srcOrd="2" destOrd="0" presId="urn:microsoft.com/office/officeart/2005/8/layout/orgChart1"/>
    <dgm:cxn modelId="{FAC0C6DA-82F6-4D0D-AF80-E1C872213018}" type="presParOf" srcId="{108EDB9D-A7BC-40BA-A8FD-C8DB94FA89D0}" destId="{8516BB2E-845D-4962-904B-D8055D3A904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F9B12-6C93-4E13-B8C4-BF4086D7ADE9}">
      <dsp:nvSpPr>
        <dsp:cNvPr id="0" name=""/>
        <dsp:cNvSpPr/>
      </dsp:nvSpPr>
      <dsp:spPr>
        <a:xfrm>
          <a:off x="866436" y="2482870"/>
          <a:ext cx="310556" cy="2391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138"/>
              </a:lnTo>
              <a:lnTo>
                <a:pt x="310556" y="23913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9E689C-7C8B-4143-9056-E18C9D7434B3}">
      <dsp:nvSpPr>
        <dsp:cNvPr id="0" name=""/>
        <dsp:cNvSpPr/>
      </dsp:nvSpPr>
      <dsp:spPr>
        <a:xfrm>
          <a:off x="1648866" y="2113766"/>
          <a:ext cx="91440" cy="1091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9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F2E4F-544B-46C5-81CF-0FD0C75DB9E0}">
      <dsp:nvSpPr>
        <dsp:cNvPr id="0" name=""/>
        <dsp:cNvSpPr/>
      </dsp:nvSpPr>
      <dsp:spPr>
        <a:xfrm>
          <a:off x="1158524" y="1592182"/>
          <a:ext cx="536061" cy="109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85"/>
              </a:lnTo>
              <a:lnTo>
                <a:pt x="536061" y="54585"/>
              </a:lnTo>
              <a:lnTo>
                <a:pt x="536061" y="109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B6C687-03F8-47C5-AB90-9BB1F1EA311C}">
      <dsp:nvSpPr>
        <dsp:cNvPr id="0" name=""/>
        <dsp:cNvSpPr/>
      </dsp:nvSpPr>
      <dsp:spPr>
        <a:xfrm>
          <a:off x="481662" y="1592182"/>
          <a:ext cx="676862" cy="109171"/>
        </a:xfrm>
        <a:custGeom>
          <a:avLst/>
          <a:gdLst/>
          <a:ahLst/>
          <a:cxnLst/>
          <a:rect l="0" t="0" r="0" b="0"/>
          <a:pathLst>
            <a:path>
              <a:moveTo>
                <a:pt x="676862" y="0"/>
              </a:moveTo>
              <a:lnTo>
                <a:pt x="676862" y="54585"/>
              </a:lnTo>
              <a:lnTo>
                <a:pt x="0" y="54585"/>
              </a:lnTo>
              <a:lnTo>
                <a:pt x="0" y="109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A439EA-A06B-4E05-8132-CB8A2AE58640}">
      <dsp:nvSpPr>
        <dsp:cNvPr id="0" name=""/>
        <dsp:cNvSpPr/>
      </dsp:nvSpPr>
      <dsp:spPr>
        <a:xfrm>
          <a:off x="1112804" y="1261480"/>
          <a:ext cx="91440" cy="1091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9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72B6E-B472-4179-966A-53A46B81C340}">
      <dsp:nvSpPr>
        <dsp:cNvPr id="0" name=""/>
        <dsp:cNvSpPr/>
      </dsp:nvSpPr>
      <dsp:spPr>
        <a:xfrm>
          <a:off x="1112804" y="614048"/>
          <a:ext cx="91440" cy="1091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91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CA36DB-1C86-4A5C-80C1-8018B9C57364}">
      <dsp:nvSpPr>
        <dsp:cNvPr id="0" name=""/>
        <dsp:cNvSpPr/>
      </dsp:nvSpPr>
      <dsp:spPr>
        <a:xfrm>
          <a:off x="461455" y="302705"/>
          <a:ext cx="1394138" cy="311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>
              <a:latin typeface="Calibri"/>
              <a:ea typeface="Calibri"/>
              <a:cs typeface="Calibri"/>
            </a:rPr>
            <a:t>Student(Enter\view information</a:t>
          </a:r>
          <a:r>
            <a:rPr lang="en-GB" sz="800" kern="1200">
              <a:latin typeface="Calibri"/>
              <a:ea typeface="Calibri"/>
              <a:cs typeface="Calibri"/>
            </a:rPr>
            <a:t>)</a:t>
          </a:r>
          <a:endParaRPr lang="en-US" sz="800" kern="1200" dirty="0">
            <a:latin typeface="Calibri"/>
            <a:ea typeface="Calibri"/>
            <a:cs typeface="Calibri"/>
          </a:endParaRPr>
        </a:p>
      </dsp:txBody>
      <dsp:txXfrm>
        <a:off x="461455" y="302705"/>
        <a:ext cx="1394138" cy="311342"/>
      </dsp:txXfrm>
    </dsp:sp>
    <dsp:sp modelId="{0ABF0826-8D6A-4F33-97DA-97060BA8C31B}">
      <dsp:nvSpPr>
        <dsp:cNvPr id="0" name=""/>
        <dsp:cNvSpPr/>
      </dsp:nvSpPr>
      <dsp:spPr>
        <a:xfrm>
          <a:off x="236452" y="723219"/>
          <a:ext cx="1844144" cy="538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>
              <a:latin typeface="Calibri"/>
              <a:ea typeface="Calibri"/>
              <a:cs typeface="Calibri"/>
            </a:rPr>
            <a:t>Frontend HTML+ CSS+ JavaScript (dashboard, profile, marks, assignments, study planner, recommendations, topic dependencies)</a:t>
          </a:r>
          <a:endParaRPr lang="en-US" sz="800" b="1" kern="1200" dirty="0">
            <a:latin typeface="Calibri"/>
            <a:ea typeface="Calibri"/>
            <a:cs typeface="Calibri"/>
          </a:endParaRPr>
        </a:p>
      </dsp:txBody>
      <dsp:txXfrm>
        <a:off x="236452" y="723219"/>
        <a:ext cx="1844144" cy="538260"/>
      </dsp:txXfrm>
    </dsp:sp>
    <dsp:sp modelId="{3845C031-8D4C-49DA-AB10-80225AEBDAB1}">
      <dsp:nvSpPr>
        <dsp:cNvPr id="0" name=""/>
        <dsp:cNvSpPr/>
      </dsp:nvSpPr>
      <dsp:spPr>
        <a:xfrm>
          <a:off x="536217" y="1370652"/>
          <a:ext cx="1244615" cy="2215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>
              <a:latin typeface="Calibri"/>
              <a:ea typeface="Calibri"/>
              <a:cs typeface="Calibri"/>
            </a:rPr>
            <a:t>Backend. (Python flask)</a:t>
          </a:r>
          <a:endParaRPr lang="en-US" sz="800" b="1" kern="1200" dirty="0">
            <a:latin typeface="Calibri"/>
            <a:ea typeface="Calibri"/>
            <a:cs typeface="Calibri"/>
          </a:endParaRPr>
        </a:p>
      </dsp:txBody>
      <dsp:txXfrm>
        <a:off x="536217" y="1370652"/>
        <a:ext cx="1244615" cy="221530"/>
      </dsp:txXfrm>
    </dsp:sp>
    <dsp:sp modelId="{50F17125-E421-4134-AC47-DB7C55EC7211}">
      <dsp:nvSpPr>
        <dsp:cNvPr id="0" name=""/>
        <dsp:cNvSpPr/>
      </dsp:nvSpPr>
      <dsp:spPr>
        <a:xfrm>
          <a:off x="186" y="1701354"/>
          <a:ext cx="962951" cy="4095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b="1" kern="1200">
              <a:latin typeface="Calibri"/>
              <a:ea typeface="Calibri"/>
              <a:cs typeface="Calibri"/>
            </a:rPr>
            <a:t>Database operations SQLite (student, subjects,, assignment assignments, topics, study history)</a:t>
          </a:r>
          <a:endParaRPr lang="en-US" sz="600" b="1" kern="1200" dirty="0">
            <a:latin typeface="Calibri"/>
            <a:ea typeface="Calibri"/>
            <a:cs typeface="Calibri"/>
          </a:endParaRPr>
        </a:p>
      </dsp:txBody>
      <dsp:txXfrm>
        <a:off x="186" y="1701354"/>
        <a:ext cx="962951" cy="409594"/>
      </dsp:txXfrm>
    </dsp:sp>
    <dsp:sp modelId="{4BA05980-DAD7-41B6-9A40-DE4B91D880BA}">
      <dsp:nvSpPr>
        <dsp:cNvPr id="0" name=""/>
        <dsp:cNvSpPr/>
      </dsp:nvSpPr>
      <dsp:spPr>
        <a:xfrm>
          <a:off x="1072310" y="1701354"/>
          <a:ext cx="1244552" cy="412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b="1" kern="1200">
              <a:latin typeface="Calibri"/>
              <a:ea typeface="Calibri"/>
              <a:cs typeface="Calibri"/>
            </a:rPr>
            <a:t>DSA processing C DSA engine (Arrays/structures, linked list, queue, priority, Queue, stack, graph, search/sort/BFS/DFS)</a:t>
          </a:r>
          <a:endParaRPr lang="en-US" sz="600" b="1" kern="1200" dirty="0">
            <a:latin typeface="Calibri"/>
            <a:ea typeface="Calibri"/>
            <a:cs typeface="Calibri"/>
          </a:endParaRPr>
        </a:p>
      </dsp:txBody>
      <dsp:txXfrm>
        <a:off x="1072310" y="1701354"/>
        <a:ext cx="1244552" cy="412411"/>
      </dsp:txXfrm>
    </dsp:sp>
    <dsp:sp modelId="{89F10F57-4B93-4B91-A234-7C3B7857549E}">
      <dsp:nvSpPr>
        <dsp:cNvPr id="0" name=""/>
        <dsp:cNvSpPr/>
      </dsp:nvSpPr>
      <dsp:spPr>
        <a:xfrm>
          <a:off x="659399" y="2222937"/>
          <a:ext cx="2070374" cy="259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b="1" kern="1200">
              <a:latin typeface="Calibri"/>
              <a:ea typeface="Calibri"/>
              <a:cs typeface="Calibri"/>
            </a:rPr>
            <a:t>Academic analysis. (weak subject detection, assignment, priority, topic learning path, Study history, recommendations)</a:t>
          </a:r>
          <a:endParaRPr lang="en-US" sz="600" b="1" kern="1200" dirty="0">
            <a:latin typeface="Calibri"/>
            <a:ea typeface="Calibri"/>
            <a:cs typeface="Calibri"/>
          </a:endParaRPr>
        </a:p>
      </dsp:txBody>
      <dsp:txXfrm>
        <a:off x="659399" y="2222937"/>
        <a:ext cx="2070374" cy="259932"/>
      </dsp:txXfrm>
    </dsp:sp>
    <dsp:sp modelId="{EBD6D662-230F-4ED3-803E-4CAF845AC01E}">
      <dsp:nvSpPr>
        <dsp:cNvPr id="0" name=""/>
        <dsp:cNvSpPr/>
      </dsp:nvSpPr>
      <dsp:spPr>
        <a:xfrm>
          <a:off x="1176992" y="2592042"/>
          <a:ext cx="1432255" cy="259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b="1" kern="1200">
              <a:latin typeface="Calibri"/>
              <a:ea typeface="Calibri"/>
              <a:cs typeface="Calibri"/>
            </a:rPr>
            <a:t>Results. Priority task. Week subjects. Suggested topics. Learning path.</a:t>
          </a:r>
          <a:endParaRPr lang="en-US" sz="600" b="1" kern="1200" dirty="0">
            <a:latin typeface="Calibri"/>
            <a:ea typeface="Calibri"/>
            <a:cs typeface="Calibri"/>
          </a:endParaRPr>
        </a:p>
      </dsp:txBody>
      <dsp:txXfrm>
        <a:off x="1176992" y="2592042"/>
        <a:ext cx="1432255" cy="259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9194" y="988819"/>
            <a:ext cx="2178050" cy="195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1079" y="1517291"/>
            <a:ext cx="2697479" cy="69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7313" y="3133522"/>
            <a:ext cx="23812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60" dirty="0"/>
              <a:t>PROJECT-</a:t>
            </a:r>
            <a:r>
              <a:rPr sz="2450" spc="65" dirty="0"/>
              <a:t>BASED</a:t>
            </a:r>
            <a:r>
              <a:rPr sz="2450" spc="-345" dirty="0"/>
              <a:t> </a:t>
            </a:r>
            <a:r>
              <a:rPr sz="2450" spc="-10" dirty="0"/>
              <a:t>LEARNING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1263046" y="1215064"/>
            <a:ext cx="2772071" cy="1336263"/>
          </a:xfrm>
          <a:prstGeom prst="rect">
            <a:avLst/>
          </a:prstGeom>
        </p:spPr>
        <p:txBody>
          <a:bodyPr vert="horz" wrap="square" lIns="0" tIns="1524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lang="en-GB" sz="1700" dirty="0">
                <a:latin typeface="Trebuchet MS"/>
                <a:cs typeface="Trebuchet MS"/>
              </a:rPr>
              <a:t>PHASE-2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  <a:p>
            <a:pPr algn="ctr">
              <a:spcBef>
                <a:spcPts val="1600"/>
              </a:spcBef>
            </a:pPr>
            <a:r>
              <a:rPr lang="en-IN" sz="1050" b="1" spc="-10" dirty="0">
                <a:solidFill>
                  <a:schemeClr val="bg1">
                    <a:lumMod val="49000"/>
                  </a:schemeClr>
                </a:solidFill>
                <a:latin typeface="Tahoma"/>
                <a:ea typeface="Tahoma"/>
                <a:cs typeface="Tahoma"/>
              </a:rPr>
              <a:t>SMART STUDENT ACADEMIC ASSISTANT</a:t>
            </a:r>
            <a:endParaRPr lang="en-US" sz="1050" spc="-10">
              <a:solidFill>
                <a:schemeClr val="bg1">
                  <a:lumMod val="49000"/>
                </a:schemeClr>
              </a:solidFill>
              <a:latin typeface="Tahoma"/>
              <a:ea typeface="Tahoma"/>
              <a:cs typeface="Tahoma"/>
            </a:endParaRPr>
          </a:p>
          <a:p>
            <a:pPr algn="ctr">
              <a:spcBef>
                <a:spcPts val="1600"/>
              </a:spcBef>
            </a:pPr>
            <a:endParaRPr lang="en-GB" sz="1400" b="1" spc="-10" dirty="0">
              <a:solidFill>
                <a:srgbClr val="595959"/>
              </a:solidFill>
              <a:latin typeface="Tahoma"/>
              <a:cs typeface="Tahoma"/>
            </a:endParaRPr>
          </a:p>
          <a:p>
            <a:pPr algn="ctr">
              <a:spcBef>
                <a:spcPts val="825"/>
              </a:spcBef>
            </a:pP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lang="en-GB" sz="1100" spc="-45" dirty="0">
                <a:solidFill>
                  <a:srgbClr val="133768"/>
                </a:solidFill>
                <a:latin typeface="Tahoma"/>
                <a:cs typeface="Tahoma"/>
              </a:rPr>
              <a:t> IDS-III-2026-T021</a:t>
            </a:r>
            <a:endParaRPr sz="1100" spc="60" dirty="0">
              <a:solidFill>
                <a:srgbClr val="133768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latin typeface="Tahoma"/>
                <a:cs typeface="Tahoma"/>
              </a:rPr>
              <a:t>Department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of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Computer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lang="en-US" sz="1100" b="1" spc="-55" dirty="0">
                <a:latin typeface="Tahoma"/>
                <a:cs typeface="Tahoma"/>
              </a:rPr>
              <a:t>Application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 MT"/>
                <a:cs typeface="Arial MT"/>
              </a:rPr>
              <a:t>Academic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Session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Team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5" dirty="0"/>
              <a:t> </a:t>
            </a:r>
            <a:r>
              <a:rPr spc="-20" dirty="0"/>
              <a:t>Mentor</a:t>
            </a:r>
            <a:r>
              <a:rPr spc="20" dirty="0"/>
              <a:t> </a:t>
            </a:r>
            <a:r>
              <a:rPr spc="-45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218371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8117" y="1218371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414538"/>
            <a:ext cx="2520950" cy="802640"/>
            <a:chOff x="309193" y="1414538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1453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58809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1453323"/>
            <a:ext cx="651510" cy="689804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Tahoma"/>
                <a:cs typeface="Tahoma"/>
              </a:rPr>
              <a:t>Team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ID: </a:t>
            </a:r>
            <a:r>
              <a:rPr sz="1100" b="1" spc="-85" dirty="0">
                <a:latin typeface="Tahoma"/>
                <a:cs typeface="Tahoma"/>
              </a:rPr>
              <a:t>Semester: </a:t>
            </a:r>
            <a:r>
              <a:rPr sz="1100" b="1" spc="-10" dirty="0">
                <a:latin typeface="Tahoma"/>
                <a:cs typeface="Tahoma"/>
              </a:rPr>
              <a:t>Section: </a:t>
            </a:r>
            <a:r>
              <a:rPr lang="en-GB" sz="1100" b="1" spc="-10" dirty="0">
                <a:latin typeface="Tahoma"/>
                <a:cs typeface="Tahoma"/>
              </a:rPr>
              <a:t>Domain: </a:t>
            </a:r>
            <a:endParaRPr sz="1100" dirty="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29288"/>
            <a:ext cx="1749043" cy="863570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GB" sz="1100" spc="60" dirty="0">
                <a:solidFill>
                  <a:srgbClr val="133768"/>
                </a:solidFill>
                <a:latin typeface="Tahoma"/>
                <a:cs typeface="Tahoma"/>
              </a:rPr>
              <a:t>IDS-III-2026-T021</a:t>
            </a:r>
            <a:endParaRPr dirty="0"/>
          </a:p>
          <a:p>
            <a:pPr marL="12700" marR="5080">
              <a:lnSpc>
                <a:spcPct val="102600"/>
              </a:lnSpc>
            </a:pPr>
            <a:r>
              <a:rPr sz="1100" spc="-20" dirty="0">
                <a:latin typeface="Tahoma"/>
                <a:cs typeface="Tahoma"/>
              </a:rPr>
              <a:t>3rd</a:t>
            </a:r>
            <a:r>
              <a:rPr sz="1100" spc="-25" dirty="0">
                <a:latin typeface="Tahoma"/>
                <a:cs typeface="Tahoma"/>
              </a:rPr>
              <a:t> </a:t>
            </a:r>
          </a:p>
          <a:p>
            <a:pPr marL="12700" marR="5080">
              <a:lnSpc>
                <a:spcPct val="102600"/>
              </a:lnSpc>
            </a:pPr>
            <a:r>
              <a:rPr lang="en-GB" sz="1100" spc="-25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G4</a:t>
            </a:r>
          </a:p>
          <a:p>
            <a:pPr marL="12700" marR="5080">
              <a:lnSpc>
                <a:spcPct val="102600"/>
              </a:lnSpc>
            </a:pPr>
            <a:r>
              <a:rPr lang="en-GB" sz="1100" spc="-25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BCA</a:t>
            </a:r>
          </a:p>
          <a:p>
            <a:pPr marL="12700" marR="5080">
              <a:lnSpc>
                <a:spcPct val="102600"/>
              </a:lnSpc>
            </a:pPr>
            <a:endParaRPr lang="en-GB" sz="1100" spc="-25" dirty="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414538"/>
            <a:ext cx="2520950" cy="726440"/>
            <a:chOff x="2930016" y="1414538"/>
            <a:chExt cx="2520950" cy="726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14538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58802"/>
              <a:ext cx="2520950" cy="682625"/>
            </a:xfrm>
            <a:custGeom>
              <a:avLst/>
              <a:gdLst/>
              <a:ahLst/>
              <a:cxnLst/>
              <a:rect l="l" t="t" r="r" b="b"/>
              <a:pathLst>
                <a:path w="2520950" h="682625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58691" y="1414762"/>
            <a:ext cx="2315909" cy="72660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US" sz="900" i="1" spc="-25" dirty="0">
                <a:solidFill>
                  <a:srgbClr val="000000"/>
                </a:solidFill>
                <a:latin typeface="Arial"/>
                <a:ea typeface="Tahoma"/>
                <a:cs typeface="Arial"/>
              </a:rPr>
              <a:t>Bhavya Sharma-2510530423     </a:t>
            </a:r>
            <a:endParaRPr lang="en-GB" sz="900" i="1" spc="-25">
              <a:solidFill>
                <a:srgbClr val="000000"/>
              </a:solidFill>
              <a:latin typeface="Arial"/>
              <a:ea typeface="Tahoma"/>
              <a:cs typeface="Arial"/>
            </a:endParaRPr>
          </a:p>
          <a:p>
            <a:pPr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AutoNum type="arabicPeriod"/>
              <a:tabLst>
                <a:tab pos="258445" algn="l"/>
              </a:tabLst>
            </a:pPr>
            <a:r>
              <a:rPr lang="en-US" sz="900" i="1" spc="-25" dirty="0">
                <a:solidFill>
                  <a:srgbClr val="000000"/>
                </a:solidFill>
                <a:latin typeface="Arial"/>
                <a:ea typeface="Tahoma"/>
                <a:cs typeface="Arial"/>
              </a:rPr>
              <a:t>Samriddhi Gaur. -2510320436</a:t>
            </a:r>
          </a:p>
          <a:p>
            <a:pPr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AutoNum type="arabicPeriod"/>
              <a:tabLst>
                <a:tab pos="258445" algn="l"/>
              </a:tabLst>
            </a:pPr>
            <a:r>
              <a:rPr lang="en-US" sz="900" i="1" spc="-25" dirty="0">
                <a:solidFill>
                  <a:srgbClr val="000000"/>
                </a:solidFill>
                <a:latin typeface="Arial"/>
                <a:ea typeface="Tahoma"/>
                <a:cs typeface="Arial"/>
              </a:rPr>
              <a:t>Nisha Rana. -2510320527</a:t>
            </a:r>
          </a:p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AutoNum type="arabicPeriod"/>
              <a:tabLst>
                <a:tab pos="258445" algn="l"/>
              </a:tabLst>
            </a:pPr>
            <a:endParaRPr lang="en-US" sz="800" i="1" spc="-25" dirty="0">
              <a:solidFill>
                <a:srgbClr val="595959"/>
              </a:solidFill>
              <a:latin typeface="Arial"/>
              <a:ea typeface="Tahoma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77414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56903" y="2375646"/>
            <a:ext cx="5045372" cy="19684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sz="1200" spc="-35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r>
              <a:rPr lang="en-GB" sz="1200" spc="-35" dirty="0">
                <a:solidFill>
                  <a:srgbClr val="133768"/>
                </a:solidFill>
                <a:latin typeface="Arial MT"/>
                <a:cs typeface="Arial MT"/>
              </a:rPr>
              <a:t>  </a:t>
            </a:r>
            <a:r>
              <a:rPr lang="en-US" sz="1050" dirty="0">
                <a:latin typeface="Tahoma"/>
                <a:ea typeface="Tahoma"/>
                <a:cs typeface="Tahoma"/>
              </a:rPr>
              <a:t>Ms. Shivani Sharma</a:t>
            </a:r>
            <a:endParaRPr sz="1050" dirty="0">
              <a:latin typeface="Tahoma"/>
              <a:ea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2767" y="2555753"/>
            <a:ext cx="5142230" cy="252729"/>
            <a:chOff x="309193" y="2552585"/>
            <a:chExt cx="5142230" cy="252729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258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596859"/>
              <a:ext cx="5142230" cy="208279"/>
            </a:xfrm>
            <a:custGeom>
              <a:avLst/>
              <a:gdLst/>
              <a:ahLst/>
              <a:cxnLst/>
              <a:rect l="l" t="t" r="r" b="b"/>
              <a:pathLst>
                <a:path w="5142230" h="20828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lang="en-IN" dirty="0"/>
              <a:t>Computer</a:t>
            </a:r>
            <a:r>
              <a:rPr lang="en-IN" spc="25" dirty="0"/>
              <a:t> </a:t>
            </a:r>
            <a:r>
              <a:rPr lang="en-IN" spc="-25" dirty="0"/>
              <a:t>Application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78113" y="3133522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0E294E"/>
                </a:solidFill>
                <a:latin typeface="Arial MT"/>
                <a:cs typeface="Arial MT"/>
              </a:rPr>
              <a:t>2/10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7858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Problem</a:t>
            </a:r>
            <a:r>
              <a:rPr spc="35" dirty="0"/>
              <a:t> </a:t>
            </a:r>
            <a:r>
              <a:rPr spc="-55" dirty="0"/>
              <a:t>Statement</a:t>
            </a:r>
            <a:r>
              <a:rPr spc="40" dirty="0"/>
              <a:t> </a:t>
            </a:r>
            <a:endParaRPr spc="-35" dirty="0"/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70157" y="642381"/>
            <a:ext cx="5129832" cy="677810"/>
            <a:chOff x="309193" y="1205953"/>
            <a:chExt cx="5142230" cy="584835"/>
          </a:xfrm>
        </p:grpSpPr>
        <p:sp>
          <p:nvSpPr>
            <p:cNvPr id="5" name="object 5"/>
            <p:cNvSpPr/>
            <p:nvPr/>
          </p:nvSpPr>
          <p:spPr>
            <a:xfrm>
              <a:off x="309193" y="120595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81112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425395"/>
              <a:ext cx="5142230" cy="365125"/>
            </a:xfrm>
            <a:custGeom>
              <a:avLst/>
              <a:gdLst/>
              <a:ahLst/>
              <a:cxnLst/>
              <a:rect l="l" t="t" r="r" b="b"/>
              <a:pathLst>
                <a:path w="5142230" h="365125">
                  <a:moveTo>
                    <a:pt x="51416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090865" y="364962"/>
                  </a:lnTo>
                  <a:lnTo>
                    <a:pt x="5110590" y="360953"/>
                  </a:lnTo>
                  <a:lnTo>
                    <a:pt x="5126743" y="350039"/>
                  </a:lnTo>
                  <a:lnTo>
                    <a:pt x="5137657" y="333886"/>
                  </a:lnTo>
                  <a:lnTo>
                    <a:pt x="5141666" y="31416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4392" y="609483"/>
            <a:ext cx="4720106" cy="867225"/>
          </a:xfrm>
          <a:prstGeom prst="rect">
            <a:avLst/>
          </a:prstGeom>
        </p:spPr>
        <p:txBody>
          <a:bodyPr vert="horz" wrap="square" lIns="0" tIns="4318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b="1" spc="-6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200" b="1" spc="3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sz="1200" b="1" dirty="0">
              <a:latin typeface="Arial MT"/>
              <a:cs typeface="Arial MT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IN" sz="700" i="1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Students needs to manage different academic activities such as marks, assignments, deadlines and study topics.</a:t>
            </a:r>
            <a:endParaRPr lang="en-GB" sz="700" i="1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IN" sz="700" i="1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Our project aims to bring these activities together in one system and use DSA to organize and process the information</a:t>
            </a:r>
            <a:r>
              <a:rPr lang="en-IN" sz="700" i="1" dirty="0">
                <a:solidFill>
                  <a:schemeClr val="bg1">
                    <a:lumMod val="49000"/>
                  </a:schemeClr>
                </a:solidFill>
                <a:latin typeface="Arial"/>
                <a:ea typeface="Tahoma"/>
                <a:cs typeface="Arial"/>
              </a:rPr>
              <a:t>.</a:t>
            </a: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endParaRPr sz="1100" i="1" spc="-1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lang="en-US" spc="-25" dirty="0"/>
              <a:t>Application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10" dirty="0"/>
              <a:t>/10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385C6-1C99-90C1-F325-340427D7FB1B}"/>
              </a:ext>
            </a:extLst>
          </p:cNvPr>
          <p:cNvSpPr txBox="1"/>
          <p:nvPr/>
        </p:nvSpPr>
        <p:spPr>
          <a:xfrm>
            <a:off x="270157" y="1476708"/>
            <a:ext cx="2765143" cy="1475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63DBBF-BF6F-61AD-2B6A-61569F7B2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444" y="1321710"/>
            <a:ext cx="2822693" cy="176799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object 19">
            <a:extLst>
              <a:ext uri="{FF2B5EF4-FFF2-40B4-BE49-F238E27FC236}">
                <a16:creationId xmlns:a16="http://schemas.microsoft.com/office/drawing/2014/main" id="{78AC108B-E599-B2E9-CFD8-86AC1C383C99}"/>
              </a:ext>
            </a:extLst>
          </p:cNvPr>
          <p:cNvGrpSpPr/>
          <p:nvPr/>
        </p:nvGrpSpPr>
        <p:grpSpPr>
          <a:xfrm>
            <a:off x="302767" y="936626"/>
            <a:ext cx="4713733" cy="1629702"/>
            <a:chOff x="309193" y="2552585"/>
            <a:chExt cx="5142230" cy="252729"/>
          </a:xfrm>
        </p:grpSpPr>
        <p:pic>
          <p:nvPicPr>
            <p:cNvPr id="12" name="object 20">
              <a:extLst>
                <a:ext uri="{FF2B5EF4-FFF2-40B4-BE49-F238E27FC236}">
                  <a16:creationId xmlns:a16="http://schemas.microsoft.com/office/drawing/2014/main" id="{23126F48-3630-CB1D-7D8D-933857D625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2552585"/>
              <a:ext cx="5141666" cy="50609"/>
            </a:xfrm>
            <a:prstGeom prst="rect">
              <a:avLst/>
            </a:prstGeom>
          </p:spPr>
        </p:pic>
        <p:sp>
          <p:nvSpPr>
            <p:cNvPr id="13" name="object 21">
              <a:extLst>
                <a:ext uri="{FF2B5EF4-FFF2-40B4-BE49-F238E27FC236}">
                  <a16:creationId xmlns:a16="http://schemas.microsoft.com/office/drawing/2014/main" id="{616A7560-7436-AEDF-BB80-CF6E5D952032}"/>
                </a:ext>
              </a:extLst>
            </p:cNvPr>
            <p:cNvSpPr/>
            <p:nvPr/>
          </p:nvSpPr>
          <p:spPr>
            <a:xfrm>
              <a:off x="309193" y="2596859"/>
              <a:ext cx="5142230" cy="208279"/>
            </a:xfrm>
            <a:custGeom>
              <a:avLst/>
              <a:gdLst/>
              <a:ahLst/>
              <a:cxnLst/>
              <a:rect l="l" t="t" r="r" b="b"/>
              <a:pathLst>
                <a:path w="5142230" h="20828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718454"/>
            <a:ext cx="4668689" cy="2077235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1100" b="1" spc="-40" dirty="0">
                <a:solidFill>
                  <a:srgbClr val="133768"/>
                </a:solidFill>
                <a:latin typeface="Tahoma"/>
                <a:ea typeface="Tahoma"/>
                <a:cs typeface="Tahoma"/>
              </a:rPr>
              <a:t>Project</a:t>
            </a:r>
            <a:r>
              <a:rPr lang="en-US" sz="1100" b="1" spc="-5" dirty="0">
                <a:solidFill>
                  <a:srgbClr val="133768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100" b="1" spc="-10" dirty="0">
                <a:solidFill>
                  <a:srgbClr val="133768"/>
                </a:solidFill>
                <a:latin typeface="Tahoma"/>
                <a:ea typeface="Tahoma"/>
                <a:cs typeface="Tahoma"/>
              </a:rPr>
              <a:t>Objectives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Clr>
                <a:srgbClr val="133768"/>
              </a:buClr>
              <a:buAutoNum type="arabicPeriod"/>
            </a:pPr>
            <a:r>
              <a:rPr lang="en-IN" sz="800" spc="-55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Store student and subject information. </a:t>
            </a:r>
            <a:endParaRPr lang="en-GB" sz="800" spc="-55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IN" sz="800" spc="-55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Analyse the marks and identify the subjects requiring more attention. </a:t>
            </a:r>
            <a:endParaRPr lang="en-GB" sz="800" spc="-55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IN" sz="800" spc="-55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Prioritize assignments according to their urgency. </a:t>
            </a:r>
            <a:endParaRPr lang="en-GB" sz="800" spc="-55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IN" sz="800" spc="-55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Maintain the pending and completed study tasks. </a:t>
            </a:r>
            <a:endParaRPr lang="en-GB" sz="800" spc="-55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IN" sz="800" spc="-55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Track recently studied topics. </a:t>
            </a:r>
            <a:endParaRPr lang="en-GB" sz="800" spc="-55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IN" sz="800" spc="-55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Represent topic prerequisites using a graph. </a:t>
            </a:r>
            <a:endParaRPr lang="en-GB" sz="800" spc="-55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IN" sz="800" spc="-55" dirty="0">
                <a:solidFill>
                  <a:schemeClr val="tx1"/>
                </a:solidFill>
                <a:latin typeface="Arial"/>
                <a:ea typeface="Tahoma"/>
                <a:cs typeface="Arial"/>
              </a:rPr>
              <a:t>Provide simple rule-based study recommendations. </a:t>
            </a:r>
            <a:endParaRPr lang="en-GB" sz="800" spc="-55" dirty="0">
              <a:solidFill>
                <a:schemeClr val="tx1"/>
              </a:solidFill>
              <a:latin typeface="Arial"/>
              <a:ea typeface="Tahoma"/>
              <a:cs typeface="Arial"/>
            </a:endParaRPr>
          </a:p>
          <a:p>
            <a:pPr marL="290195" indent="-177800">
              <a:spcBef>
                <a:spcPts val="900"/>
              </a:spcBef>
              <a:buClr>
                <a:srgbClr val="133768"/>
              </a:buClr>
              <a:buAutoNum type="arabicPeriod"/>
            </a:pPr>
            <a:endParaRPr lang="en-GB" sz="700" i="1" spc="-55" dirty="0">
              <a:solidFill>
                <a:srgbClr val="595959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766" y="2680436"/>
            <a:ext cx="4108450" cy="33342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0" rIns="0" bIns="0" rtlCol="0" anchor="t">
            <a:spAutoFit/>
          </a:bodyPr>
          <a:lstStyle/>
          <a:p>
            <a:pPr marL="76200">
              <a:lnSpc>
                <a:spcPts val="1275"/>
              </a:lnSpc>
            </a:pPr>
            <a:r>
              <a:rPr sz="1100" b="1" dirty="0">
                <a:latin typeface="Tahoma"/>
                <a:cs typeface="Tahoma"/>
              </a:rPr>
              <a:t>Key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Objective</a:t>
            </a:r>
            <a:r>
              <a:rPr sz="1100" dirty="0">
                <a:latin typeface="Tahoma"/>
                <a:ea typeface="Tahoma"/>
                <a:cs typeface="Tahoma"/>
              </a:rPr>
              <a:t>: </a:t>
            </a:r>
            <a:r>
              <a:rPr lang="en-IN" sz="1100" i="1" dirty="0">
                <a:solidFill>
                  <a:schemeClr val="bg1">
                    <a:lumMod val="49000"/>
                  </a:schemeClr>
                </a:solidFill>
                <a:latin typeface="Arial"/>
                <a:ea typeface="Tahoma"/>
                <a:cs typeface="Arial"/>
              </a:rPr>
              <a:t>to apply DSA to a real student-related problem.</a:t>
            </a:r>
            <a:endParaRPr lang="en-US" sz="1100" spc="65" dirty="0">
              <a:solidFill>
                <a:schemeClr val="bg1">
                  <a:lumMod val="49000"/>
                </a:schemeClr>
              </a:solidFill>
              <a:latin typeface="Arial"/>
              <a:ea typeface="Tahoma"/>
              <a:cs typeface="Arial"/>
            </a:endParaRPr>
          </a:p>
          <a:p>
            <a:pPr marL="76200">
              <a:lnSpc>
                <a:spcPts val="1275"/>
              </a:lnSpc>
            </a:pPr>
            <a:endParaRPr sz="1100" b="1" spc="65" dirty="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785870" cy="29431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800" dirty="0">
                <a:latin typeface="Times New Roman"/>
                <a:ea typeface="Calibri"/>
                <a:cs typeface="Times New Roman"/>
              </a:rPr>
              <a:t>Work Completed So Far</a:t>
            </a:r>
            <a:endParaRPr lang="en-US" sz="1800" spc="-55" dirty="0">
              <a:ea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3158" y="743207"/>
            <a:ext cx="2828341" cy="208710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GB" sz="1100" b="1" u="sng" spc="-55" dirty="0">
                <a:solidFill>
                  <a:srgbClr val="133768"/>
                </a:solidFill>
                <a:latin typeface="Tahoma"/>
                <a:ea typeface="Calibri"/>
                <a:cs typeface="Tahoma"/>
              </a:rPr>
              <a:t>C/DSA</a:t>
            </a:r>
            <a:endParaRPr lang="en-GB" sz="1100" u="sng" dirty="0"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Student and subject structures created.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Assignment management implemented.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Topic management implemented.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Linked list functionality added for assignments.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Priority queue implemented for assignment priority.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Stack implemented for study history.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Topic dependency graph implemented.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BFS and DFS implemented.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Rule-based recommendation functions added</a:t>
            </a:r>
            <a:r>
              <a:rPr lang="en-IN" sz="105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0101" y="1089025"/>
            <a:ext cx="2087212" cy="129201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b="1" u="sng" dirty="0">
                <a:solidFill>
                  <a:srgbClr val="133768"/>
                </a:solidFill>
                <a:latin typeface="Tahoma"/>
                <a:cs typeface="Tahoma"/>
              </a:rPr>
              <a:t>Database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SQLite database has been created with: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314960" indent="-177165">
              <a:buClr>
                <a:srgbClr val="133768"/>
              </a:buClr>
              <a:buFont typeface="Lucida Sans Unicode"/>
              <a:buChar char="►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student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314960" indent="-177165">
              <a:buClr>
                <a:srgbClr val="133768"/>
              </a:buClr>
              <a:buFont typeface="Lucida Sans Unicode"/>
              <a:buChar char="►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subject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314960" indent="-177165">
              <a:buClr>
                <a:srgbClr val="133768"/>
              </a:buClr>
              <a:buFont typeface="Lucida Sans Unicode"/>
              <a:buChar char="►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assignment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  <a:p>
            <a:pPr marL="314960" indent="-177165">
              <a:buClr>
                <a:srgbClr val="133768"/>
              </a:buClr>
              <a:buFont typeface="Lucida Sans Unicode"/>
              <a:buChar char="►"/>
            </a:pPr>
            <a:r>
              <a:rPr lang="en-IN" sz="1100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topic </a:t>
            </a:r>
            <a:endParaRPr lang="en-GB" sz="1100" dirty="0"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lang="en-US" spc="-25" dirty="0"/>
              <a:t>Application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4113" y="302841"/>
            <a:ext cx="2599107" cy="353302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algn="l"/>
            <a:r>
              <a:rPr lang="en-US" b="0" spc="-70" dirty="0">
                <a:solidFill>
                  <a:srgbClr val="486088"/>
                </a:solidFill>
                <a:ea typeface="Tahoma"/>
              </a:rPr>
              <a:t>Current &amp; Planned System Workflow</a:t>
            </a:r>
            <a:endParaRPr lang="en-US" dirty="0"/>
          </a:p>
          <a:p>
            <a:pPr marL="12700">
              <a:spcBef>
                <a:spcPts val="135"/>
              </a:spcBef>
            </a:pPr>
            <a:endParaRPr lang="en-US" sz="700" spc="-70" dirty="0">
              <a:solidFill>
                <a:srgbClr val="486088"/>
              </a:solidFill>
              <a:ea typeface="Tahoma"/>
            </a:endParaRPr>
          </a:p>
        </p:txBody>
      </p:sp>
      <p:sp>
        <p:nvSpPr>
          <p:cNvPr id="3" name="object 3"/>
          <p:cNvSpPr/>
          <p:nvPr/>
        </p:nvSpPr>
        <p:spPr>
          <a:xfrm flipV="1">
            <a:off x="359995" y="632803"/>
            <a:ext cx="2599106" cy="45719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lang="en-US" spc="-25" dirty="0"/>
              <a:t>Application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/10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3822794-0790-FB21-22A7-C9AE6D00B5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19885"/>
              </p:ext>
            </p:extLst>
          </p:nvPr>
        </p:nvGraphicFramePr>
        <p:xfrm>
          <a:off x="2896140" y="29958"/>
          <a:ext cx="2729960" cy="3154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F84C5BA-5CDC-F0BA-65D3-0AD20F2C40F0}"/>
              </a:ext>
            </a:extLst>
          </p:cNvPr>
          <p:cNvSpPr txBox="1"/>
          <p:nvPr/>
        </p:nvSpPr>
        <p:spPr>
          <a:xfrm>
            <a:off x="139700" y="784225"/>
            <a:ext cx="2667000" cy="2209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79D58C7-7910-3A55-EDA9-CDCE3533D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066" y="662422"/>
            <a:ext cx="2371034" cy="193950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01B2-CC98-2730-1F5E-82324243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4C6F619-B44D-93ED-B60F-D54C44B7E1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7858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Technology</a:t>
            </a:r>
            <a:r>
              <a:rPr spc="20" dirty="0"/>
              <a:t> </a:t>
            </a:r>
            <a:r>
              <a:rPr spc="-10" dirty="0"/>
              <a:t>Stack</a:t>
            </a:r>
            <a:r>
              <a:rPr spc="20" dirty="0"/>
              <a:t> </a:t>
            </a:r>
            <a:r>
              <a:rPr spc="85" dirty="0"/>
              <a:t>&amp;</a:t>
            </a:r>
            <a:r>
              <a:rPr spc="25" dirty="0"/>
              <a:t> </a:t>
            </a:r>
            <a:r>
              <a:rPr lang="en-US" spc="-45" dirty="0"/>
              <a:t>Functions</a:t>
            </a:r>
            <a:endParaRPr spc="-4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ABBBF9-4594-3668-FE24-9C68A50F2777}"/>
              </a:ext>
            </a:extLst>
          </p:cNvPr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99F950B-3110-9FE3-F3A6-DD0AF8CC90CC}"/>
              </a:ext>
            </a:extLst>
          </p:cNvPr>
          <p:cNvSpPr/>
          <p:nvPr/>
        </p:nvSpPr>
        <p:spPr>
          <a:xfrm>
            <a:off x="309193" y="808661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D0AC72A-3C64-DABA-6B73-F92B7BD3DEB4}"/>
              </a:ext>
            </a:extLst>
          </p:cNvPr>
          <p:cNvSpPr txBox="1"/>
          <p:nvPr/>
        </p:nvSpPr>
        <p:spPr>
          <a:xfrm>
            <a:off x="347294" y="800039"/>
            <a:ext cx="162120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5" dirty="0">
                <a:solidFill>
                  <a:srgbClr val="133768"/>
                </a:solidFill>
                <a:latin typeface="Arial MT"/>
                <a:cs typeface="Arial MT"/>
              </a:rPr>
              <a:t>Technology</a:t>
            </a:r>
            <a:r>
              <a:rPr sz="1200" b="1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b="1" spc="-45" dirty="0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 b="1" dirty="0">
              <a:latin typeface="Arial MT"/>
              <a:cs typeface="Arial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0CB5729-86FC-D7C2-89BC-F7D176D0908E}"/>
              </a:ext>
            </a:extLst>
          </p:cNvPr>
          <p:cNvSpPr/>
          <p:nvPr/>
        </p:nvSpPr>
        <p:spPr>
          <a:xfrm>
            <a:off x="2926531" y="810883"/>
            <a:ext cx="2738754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 anchor="t"/>
          <a:lstStyle/>
          <a:p>
            <a:r>
              <a:rPr lang="en-IN" sz="1200" b="1" dirty="0">
                <a:solidFill>
                  <a:srgbClr val="143768"/>
                </a:solidFill>
                <a:latin typeface="Tahoma"/>
                <a:ea typeface="Tahoma"/>
                <a:cs typeface="Tahoma"/>
              </a:rPr>
              <a:t>Implemented Functions</a:t>
            </a:r>
            <a:r>
              <a:rPr lang="en-IN" sz="1200" dirty="0">
                <a:solidFill>
                  <a:srgbClr val="143768"/>
                </a:solidFill>
                <a:latin typeface="Tahoma"/>
                <a:ea typeface="Tahoma"/>
                <a:cs typeface="Tahoma"/>
              </a:rPr>
              <a:t>​</a:t>
            </a:r>
            <a:endParaRPr sz="1200" dirty="0">
              <a:solidFill>
                <a:srgbClr val="143768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58338782-8F96-B37E-466A-545826F22369}"/>
              </a:ext>
            </a:extLst>
          </p:cNvPr>
          <p:cNvGrpSpPr/>
          <p:nvPr/>
        </p:nvGrpSpPr>
        <p:grpSpPr>
          <a:xfrm>
            <a:off x="312531" y="1055582"/>
            <a:ext cx="2517612" cy="1590223"/>
            <a:chOff x="309193" y="1390294"/>
            <a:chExt cx="2520950" cy="1042669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1E90613-A7D4-62F9-40CF-1EB6B0BE76F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90294"/>
              <a:ext cx="2520810" cy="50609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DE247DA-7400-8894-7415-C3BE7FF87059}"/>
                </a:ext>
              </a:extLst>
            </p:cNvPr>
            <p:cNvSpPr/>
            <p:nvPr/>
          </p:nvSpPr>
          <p:spPr>
            <a:xfrm>
              <a:off x="309193" y="1434558"/>
              <a:ext cx="2520950" cy="998219"/>
            </a:xfrm>
            <a:custGeom>
              <a:avLst/>
              <a:gdLst/>
              <a:ahLst/>
              <a:cxnLst/>
              <a:rect l="l" t="t" r="r" b="b"/>
              <a:pathLst>
                <a:path w="2520950" h="998219">
                  <a:moveTo>
                    <a:pt x="2520810" y="0"/>
                  </a:moveTo>
                  <a:lnTo>
                    <a:pt x="0" y="0"/>
                  </a:lnTo>
                  <a:lnTo>
                    <a:pt x="0" y="947008"/>
                  </a:lnTo>
                  <a:lnTo>
                    <a:pt x="4008" y="966733"/>
                  </a:lnTo>
                  <a:lnTo>
                    <a:pt x="14922" y="982886"/>
                  </a:lnTo>
                  <a:lnTo>
                    <a:pt x="31075" y="993800"/>
                  </a:lnTo>
                  <a:lnTo>
                    <a:pt x="50800" y="997808"/>
                  </a:lnTo>
                  <a:lnTo>
                    <a:pt x="2470010" y="997808"/>
                  </a:lnTo>
                  <a:lnTo>
                    <a:pt x="2489735" y="993800"/>
                  </a:lnTo>
                  <a:lnTo>
                    <a:pt x="2505888" y="982886"/>
                  </a:lnTo>
                  <a:lnTo>
                    <a:pt x="2516802" y="966733"/>
                  </a:lnTo>
                  <a:lnTo>
                    <a:pt x="2520810" y="94700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B478C94F-39A2-033B-14AA-C0F9FE7B6D00}"/>
              </a:ext>
            </a:extLst>
          </p:cNvPr>
          <p:cNvGrpSpPr/>
          <p:nvPr/>
        </p:nvGrpSpPr>
        <p:grpSpPr>
          <a:xfrm>
            <a:off x="2907312" y="1054379"/>
            <a:ext cx="2758126" cy="2015831"/>
            <a:chOff x="2930016" y="1390294"/>
            <a:chExt cx="2520950" cy="1000125"/>
          </a:xfrm>
        </p:grpSpPr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FBA21B6E-9EBC-5052-64DB-4316C11A63D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90294"/>
              <a:ext cx="2520810" cy="50609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AC4A48B-17E5-8C74-2852-5E816D3027F3}"/>
                </a:ext>
              </a:extLst>
            </p:cNvPr>
            <p:cNvSpPr/>
            <p:nvPr/>
          </p:nvSpPr>
          <p:spPr>
            <a:xfrm>
              <a:off x="2930016" y="1434563"/>
              <a:ext cx="2520950" cy="955675"/>
            </a:xfrm>
            <a:custGeom>
              <a:avLst/>
              <a:gdLst/>
              <a:ahLst/>
              <a:cxnLst/>
              <a:rect l="l" t="t" r="r" b="b"/>
              <a:pathLst>
                <a:path w="2520950" h="955675">
                  <a:moveTo>
                    <a:pt x="2520810" y="0"/>
                  </a:moveTo>
                  <a:lnTo>
                    <a:pt x="0" y="0"/>
                  </a:lnTo>
                  <a:lnTo>
                    <a:pt x="0" y="904674"/>
                  </a:lnTo>
                  <a:lnTo>
                    <a:pt x="4008" y="924399"/>
                  </a:lnTo>
                  <a:lnTo>
                    <a:pt x="14922" y="940552"/>
                  </a:lnTo>
                  <a:lnTo>
                    <a:pt x="31075" y="951466"/>
                  </a:lnTo>
                  <a:lnTo>
                    <a:pt x="50800" y="955474"/>
                  </a:lnTo>
                  <a:lnTo>
                    <a:pt x="2470010" y="955474"/>
                  </a:lnTo>
                  <a:lnTo>
                    <a:pt x="2489735" y="951466"/>
                  </a:lnTo>
                  <a:lnTo>
                    <a:pt x="2505888" y="940552"/>
                  </a:lnTo>
                  <a:lnTo>
                    <a:pt x="2516802" y="924399"/>
                  </a:lnTo>
                  <a:lnTo>
                    <a:pt x="2520810" y="90467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0E0DDBEA-41FB-7D88-AC76-220EF21797C8}"/>
              </a:ext>
            </a:extLst>
          </p:cNvPr>
          <p:cNvSpPr txBox="1"/>
          <p:nvPr/>
        </p:nvSpPr>
        <p:spPr>
          <a:xfrm>
            <a:off x="2930513" y="1009192"/>
            <a:ext cx="2454922" cy="2048638"/>
          </a:xfrm>
          <a:prstGeom prst="rect">
            <a:avLst/>
          </a:prstGeom>
        </p:spPr>
        <p:txBody>
          <a:bodyPr vert="horz" wrap="square" lIns="0" tIns="42545" rIns="0" bIns="0" rtlCol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  <a:buClr>
                <a:srgbClr val="133768"/>
              </a:buClr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Create topic graph    and Generate study recommendations 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Clr>
                <a:srgbClr val="133768"/>
              </a:buClr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Display topic dependencies                     .</a:t>
            </a:r>
            <a:endParaRPr lang="en-US" sz="800" dirty="0">
              <a:latin typeface="Arial"/>
              <a:cs typeface="Arial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BFS study path </a:t>
            </a:r>
            <a:endParaRPr lang="en-US" sz="800" dirty="0">
              <a:latin typeface="Arial"/>
              <a:cs typeface="Arial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DFS traversal 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Mark topic as completed 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Check prerequisites 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Suggest next topic 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  <a:tabLst>
                <a:tab pos="190500" algn="l"/>
              </a:tabLst>
            </a:pPr>
            <a:r>
              <a:rPr lang="en-IN" sz="800" dirty="0">
                <a:latin typeface="Arial"/>
                <a:cs typeface="Arial"/>
              </a:rPr>
              <a:t>The current C implementation contains 36 topics and their dependency relationships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8A74D54-1E8C-170D-6C68-126FC831A9C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lang="en-US" spc="-25" dirty="0"/>
              <a:t>Application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7043B69-1702-5617-0919-B60AA4E3975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/10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5E6714-0DA6-1A16-E18C-927D7A4AD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648539"/>
              </p:ext>
            </p:extLst>
          </p:nvPr>
        </p:nvGraphicFramePr>
        <p:xfrm>
          <a:off x="274840" y="1084586"/>
          <a:ext cx="2603347" cy="15047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4233">
                  <a:extLst>
                    <a:ext uri="{9D8B030D-6E8A-4147-A177-3AD203B41FA5}">
                      <a16:colId xmlns:a16="http://schemas.microsoft.com/office/drawing/2014/main" val="1226028131"/>
                    </a:ext>
                  </a:extLst>
                </a:gridCol>
                <a:gridCol w="1999114">
                  <a:extLst>
                    <a:ext uri="{9D8B030D-6E8A-4147-A177-3AD203B41FA5}">
                      <a16:colId xmlns:a16="http://schemas.microsoft.com/office/drawing/2014/main" val="3068213605"/>
                    </a:ext>
                  </a:extLst>
                </a:gridCol>
              </a:tblGrid>
              <a:tr h="215507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1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Data Structure</a:t>
                      </a:r>
                      <a:r>
                        <a:rPr lang="en-GB" sz="800" b="1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1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Purpose</a:t>
                      </a:r>
                      <a:r>
                        <a:rPr lang="en-GB" sz="800" b="1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292406"/>
                  </a:ext>
                </a:extLst>
              </a:tr>
              <a:tr h="121568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Array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Store subjects, marks and topics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606587"/>
                  </a:ext>
                </a:extLst>
              </a:tr>
              <a:tr h="215507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Structure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Store student, subject, assignment and topic details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503686"/>
                  </a:ext>
                </a:extLst>
              </a:tr>
              <a:tr h="215507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Linked List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Manage assignment records dynamically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578802"/>
                  </a:ext>
                </a:extLst>
              </a:tr>
              <a:tr h="121568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Queue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Manage tasks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229920"/>
                  </a:ext>
                </a:extLst>
              </a:tr>
              <a:tr h="215507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Priority Queue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Prioritize assignments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737456"/>
                  </a:ext>
                </a:extLst>
              </a:tr>
              <a:tr h="121568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Stack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Maintain recently studied topics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754601"/>
                  </a:ext>
                </a:extLst>
              </a:tr>
              <a:tr h="121568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Graph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Represent topic dependencies</a:t>
                      </a: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5001" marR="5001" marT="5001" marB="500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720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47502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0714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80" dirty="0"/>
              <a:t>Screenshots and Code Snippets</a:t>
            </a:r>
            <a:endParaRPr spc="-35" dirty="0"/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lang="en-US" spc="-25" dirty="0"/>
              <a:t>Application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1E613F-A40D-D519-1806-6F8A4BCF89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751327"/>
            <a:ext cx="838200" cy="2239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DEAC27-098D-80A6-80F9-09BC14A55E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1" y="754946"/>
            <a:ext cx="1371599" cy="2235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6CB62B-580E-ECC9-A47A-51BB70FA6A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1" y="751327"/>
            <a:ext cx="1447799" cy="2235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DE4A71-7742-76EF-DDA6-9B9BB78C8E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17"/>
          <a:stretch>
            <a:fillRect/>
          </a:stretch>
        </p:blipFill>
        <p:spPr>
          <a:xfrm>
            <a:off x="4056774" y="302841"/>
            <a:ext cx="1608664" cy="2767380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7858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Team</a:t>
            </a:r>
            <a:r>
              <a:rPr spc="5" dirty="0"/>
              <a:t> </a:t>
            </a:r>
            <a:r>
              <a:rPr spc="-5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-43177" y="-1323"/>
            <a:ext cx="2082800" cy="225061"/>
          </a:xfrm>
          <a:prstGeom prst="rect">
            <a:avLst/>
          </a:prstGeom>
        </p:spPr>
        <p:txBody>
          <a:bodyPr vert="horz" wrap="square" lIns="0" tIns="55244" rIns="0" bIns="0" rtlCol="0" anchor="t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70" dirty="0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sz="1100" b="1" spc="5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727" y="809549"/>
            <a:ext cx="2646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33345" algn="l"/>
              </a:tabLst>
            </a:pPr>
            <a:r>
              <a:rPr sz="1100" b="1" u="sng" spc="-8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Individual</a:t>
            </a:r>
            <a:r>
              <a:rPr sz="1100" b="1" u="sng" spc="1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b="1" u="sng" spc="-10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Contribution</a:t>
            </a:r>
            <a:r>
              <a:rPr sz="1100" b="1" u="sng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263842"/>
              </p:ext>
            </p:extLst>
          </p:nvPr>
        </p:nvGraphicFramePr>
        <p:xfrm>
          <a:off x="158708" y="1084254"/>
          <a:ext cx="5391192" cy="183242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1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8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552">
                <a:tc>
                  <a:txBody>
                    <a:bodyPr/>
                    <a:lstStyle/>
                    <a:p>
                      <a:pPr>
                        <a:lnSpc>
                          <a:spcPts val="765"/>
                        </a:lnSpc>
                      </a:pPr>
                      <a:r>
                        <a:rPr sz="800" spc="-10" dirty="0"/>
                        <a:t>Member</a:t>
                      </a:r>
                      <a:endParaRPr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765"/>
                        </a:lnSpc>
                      </a:pPr>
                      <a:r>
                        <a:rPr sz="800" spc="-20" dirty="0"/>
                        <a:t>Role</a:t>
                      </a:r>
                      <a:endParaRPr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765"/>
                        </a:lnSpc>
                      </a:pPr>
                      <a:r>
                        <a:rPr sz="800" spc="-10" dirty="0"/>
                        <a:t>Contribution</a:t>
                      </a:r>
                      <a:endParaRPr sz="8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800" b="1" spc="-25" dirty="0">
                          <a:solidFill>
                            <a:schemeClr val="tx1"/>
                          </a:solidFill>
                        </a:rPr>
                        <a:t>Nisha Rana</a:t>
                      </a:r>
                      <a:endParaRPr sz="800" b="1" spc="-25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213995" lvl="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lang="en-IN" sz="800" b="1" u="none" strike="noStrike" spc="-20" noProof="0" dirty="0">
                          <a:solidFill>
                            <a:schemeClr val="tx1"/>
                          </a:solidFill>
                        </a:rPr>
                        <a:t>Student &amp; Academic Performance</a:t>
                      </a:r>
                      <a:endParaRPr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strike="noStrike" spc="-20" noProof="0" dirty="0">
                          <a:solidFill>
                            <a:schemeClr val="tx1"/>
                          </a:solidFill>
                        </a:rPr>
                        <a:t>Student and subject management ,Marks and performance analysis ,Searching and sorting ,Weak subject identification ,Academic performance functions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800" b="1" spc="-25" dirty="0">
                          <a:solidFill>
                            <a:schemeClr val="tx1"/>
                          </a:solidFill>
                        </a:rPr>
                        <a:t>Samriddhi Gaur</a:t>
                      </a:r>
                      <a:endParaRPr sz="800" b="1" spc="-25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995" lvl="0">
                        <a:lnSpc>
                          <a:spcPts val="835"/>
                        </a:lnSpc>
                        <a:buNone/>
                      </a:pPr>
                      <a:r>
                        <a:rPr lang="en-IN" sz="800" b="1" u="none" strike="noStrike" spc="-10" noProof="0" dirty="0">
                          <a:solidFill>
                            <a:schemeClr val="tx1"/>
                          </a:solidFill>
                        </a:rPr>
                        <a:t>Assignment &amp; Task Management</a:t>
                      </a:r>
                      <a:endParaRPr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strike="noStrike" spc="-20" noProof="0" dirty="0">
                          <a:solidFill>
                            <a:schemeClr val="tx1"/>
                          </a:solidFill>
                        </a:rPr>
                        <a:t>Assignment management ,Linked list implementation ,Queue and priority queue ,Assignment prioritization ,Study history / stack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800" b="1" spc="-25" dirty="0">
                          <a:solidFill>
                            <a:schemeClr val="tx1"/>
                          </a:solidFill>
                        </a:rPr>
                        <a:t>Bhavya Sharma</a:t>
                      </a:r>
                      <a:endParaRPr sz="800" b="1" spc="-25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995" lvl="0">
                        <a:lnSpc>
                          <a:spcPts val="835"/>
                        </a:lnSpc>
                        <a:buNone/>
                      </a:pPr>
                      <a:r>
                        <a:rPr lang="en-IN" sz="800" b="1" u="none" strike="noStrike" spc="-10" noProof="0" dirty="0">
                          <a:solidFill>
                            <a:schemeClr val="tx1"/>
                          </a:solidFill>
                        </a:rPr>
                        <a:t>Study Planner &amp; Recommendations</a:t>
                      </a:r>
                      <a:endParaRPr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strike="noStrike" spc="-20" noProof="0" dirty="0">
                          <a:solidFill>
                            <a:schemeClr val="tx1"/>
                          </a:solidFill>
                        </a:rPr>
                        <a:t>Topic management ,Topic dependency graph ,BFS and DFS ,Prerequisite checking ,Next-topic suggestions ,Rule-based study recommendations </a:t>
                      </a:r>
                      <a:endParaRPr lang="en-GB" sz="800" u="none" strike="noStrike" spc="-20" noProof="0" dirty="0">
                        <a:solidFill>
                          <a:schemeClr val="tx1"/>
                        </a:solidFill>
                      </a:endParaRPr>
                    </a:p>
                    <a:p>
                      <a:pPr marL="74295" lvl="0">
                        <a:lnSpc>
                          <a:spcPts val="835"/>
                        </a:lnSpc>
                        <a:buNone/>
                      </a:pPr>
                      <a:endParaRPr lang="en-US" sz="800" spc="-2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800" b="1" spc="-25" dirty="0">
                          <a:solidFill>
                            <a:schemeClr val="tx1"/>
                          </a:solidFill>
                        </a:rPr>
                        <a:t>Common Work </a:t>
                      </a:r>
                      <a:endParaRPr sz="800" b="1" spc="-25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995" lvl="0">
                        <a:lnSpc>
                          <a:spcPts val="835"/>
                        </a:lnSpc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Documentation and Presentation</a:t>
                      </a:r>
                      <a:endParaRPr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lvl="0">
                        <a:lnSpc>
                          <a:spcPts val="835"/>
                        </a:lnSpc>
                        <a:buNone/>
                      </a:pPr>
                      <a:r>
                        <a:rPr lang="en-US" sz="800" spc="-20" dirty="0">
                          <a:solidFill>
                            <a:schemeClr val="tx1"/>
                          </a:solidFill>
                        </a:rPr>
                        <a:t>Project Planning and testing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8824793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lang="en-US" spc="-25" dirty="0"/>
              <a:t>Application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7858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dirty="0">
                <a:latin typeface="Times New Roman"/>
                <a:ea typeface="Calibri"/>
                <a:cs typeface="Times New Roman"/>
              </a:rPr>
              <a:t>Remaining Work &amp; Expected Outcome</a:t>
            </a:r>
            <a:endParaRPr spc="-75" dirty="0"/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444501" y="784235"/>
            <a:ext cx="2573996" cy="208710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55244" rIns="0" bIns="0" rtlCol="0" anchor="t">
            <a:spAutoFit/>
          </a:bodyPr>
          <a:lstStyle/>
          <a:p>
            <a:pPr marL="50165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R</a:t>
            </a:r>
            <a:r>
              <a:rPr lang="en-US" spc="-10" dirty="0"/>
              <a:t>emaining Work</a:t>
            </a:r>
            <a:endParaRPr spc="-10" dirty="0"/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Connect C modules with the backend. </a:t>
            </a:r>
            <a:endParaRPr lang="en-GB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Develop Flask APIs. </a:t>
            </a:r>
            <a:endParaRPr lang="en-GB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Connect Flask with SQLite. </a:t>
            </a:r>
            <a:endParaRPr lang="en-GB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Develop HTML/CSS/JavaScript interface. </a:t>
            </a:r>
            <a:endParaRPr lang="en-GB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Display DSA results through the dashboard. </a:t>
            </a:r>
            <a:endParaRPr lang="en-GB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Add topic dependency visualization. </a:t>
            </a:r>
            <a:endParaRPr lang="en-GB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Integrate all three members' modules. </a:t>
            </a:r>
            <a:endParaRPr lang="en-GB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8295" indent="-177800">
              <a:buClr>
                <a:srgbClr val="133768"/>
              </a:buClr>
              <a:buFont typeface="Arial"/>
              <a:buChar char="•"/>
            </a:pPr>
            <a:r>
              <a:rPr lang="en-IN" b="0" dirty="0">
                <a:solidFill>
                  <a:schemeClr val="tx1"/>
                </a:solidFill>
                <a:latin typeface="Times New Roman"/>
                <a:cs typeface="Times New Roman"/>
              </a:rPr>
              <a:t>Perform complete testing and debugging</a:t>
            </a:r>
            <a:endParaRPr sz="1100" b="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0625" y="982271"/>
            <a:ext cx="2455203" cy="107144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100" b="1" spc="-10" dirty="0">
                <a:solidFill>
                  <a:srgbClr val="133768"/>
                </a:solidFill>
                <a:latin typeface="Tahoma"/>
                <a:cs typeface="Tahoma"/>
              </a:rPr>
              <a:t>Expected Outcome</a:t>
            </a:r>
            <a:endParaRPr sz="1100" dirty="0">
              <a:latin typeface="Tahoma"/>
              <a:cs typeface="Tahoma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/>
                <a:cs typeface="Times New Roman"/>
              </a:rPr>
              <a:t>A working Smart Student Academic Assistant that combines:</a:t>
            </a:r>
            <a:endParaRPr lang="en-GB" sz="1100" dirty="0">
              <a:latin typeface="Times New Roman"/>
              <a:cs typeface="Times New Roman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/>
                <a:cs typeface="Times New Roman"/>
              </a:rPr>
              <a:t>Student Data + DSA Processing + Database + Web Interface + Recommendations</a:t>
            </a:r>
            <a:endParaRPr lang="en-GB" sz="1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7217" y="2364896"/>
            <a:ext cx="1924050" cy="335989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5"/>
              </a:lnSpc>
            </a:pP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sz="11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lang="en-US" spc="25" dirty="0"/>
              <a:t>Application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761</Words>
  <Application>Microsoft Office PowerPoint</Application>
  <PresentationFormat>Custom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MT</vt:lpstr>
      <vt:lpstr>Arial,Sans-Serif</vt:lpstr>
      <vt:lpstr>Calibri</vt:lpstr>
      <vt:lpstr>Lucida Sans Unicode</vt:lpstr>
      <vt:lpstr>Tahoma</vt:lpstr>
      <vt:lpstr>Times New Roman</vt:lpstr>
      <vt:lpstr>Trebuchet MS</vt:lpstr>
      <vt:lpstr>Office Theme</vt:lpstr>
      <vt:lpstr>PROJECT-BASED LEARNING</vt:lpstr>
      <vt:lpstr>Team &amp; Mentor Details</vt:lpstr>
      <vt:lpstr>Problem Statement </vt:lpstr>
      <vt:lpstr>Objectives</vt:lpstr>
      <vt:lpstr>Work Completed So Far</vt:lpstr>
      <vt:lpstr>Current &amp; Planned System Workflow </vt:lpstr>
      <vt:lpstr>Technology Stack &amp; Functions</vt:lpstr>
      <vt:lpstr>Screenshots and Code Snippets</vt:lpstr>
      <vt:lpstr>Team Contribution</vt:lpstr>
      <vt:lpstr>Remaining Work &amp; Expected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Project TitleTeam ID: XXXX</dc:creator>
  <cp:lastModifiedBy>Bhavya Sharma</cp:lastModifiedBy>
  <cp:revision>323</cp:revision>
  <dcterms:created xsi:type="dcterms:W3CDTF">2026-10-05T13:18:05Z</dcterms:created>
  <dcterms:modified xsi:type="dcterms:W3CDTF">2026-10-06T17:07:13Z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2026-10-05T00:00:00Z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