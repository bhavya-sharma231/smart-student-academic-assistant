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 id="268" r:id="rId15"/>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30" dt="2026-09-10T15:25:13.536"/>
    <p1510:client id="{2BB0DEA8-EAE6-6F71-6C43-40488FDA7BF2}" v="299" dt="2026-09-11T06:03:23.425"/>
    <p1510:client id="{5B031939-9671-4CBC-55F8-C23105A70C42}" v="492" dt="2026-09-10T13:04:24.756"/>
    <p1510:client id="{601E292A-69ED-52FB-809A-0A4454E987F7}" v="169" dt="2026-09-10T13:26:14.467"/>
    <p1510:client id="{81F71B1A-2561-F550-4AAD-258FA0807769}" v="256" dt="2026-09-10T14:27:35.428"/>
    <p1510:client id="{85359090-3154-3660-1F28-A3A35F424BC6}" v="3" dt="2026-09-10T16:28:38.003"/>
    <p1510:client id="{A2FBC80C-8A03-AACF-AE61-DD0C6FFDF9B4}" v="7" dt="2026-09-10T14:44:23.423"/>
    <p1510:client id="{A66FD6B1-BD03-FCC8-5615-DDC12B3948A6}" v="167" dt="2026-09-10T13:35:32.297"/>
    <p1510:client id="{C56AEDBA-32AE-9230-42DC-38492415E99E}" v="24" dt="2026-09-10T12:16:51.188"/>
    <p1510:client id="{E2731579-F9C9-3F8C-7B54-2CD10DE43227}" v="48" dt="2026-09-10T15:01:39.864"/>
    <p1510:client id="{E34DECED-AED7-900D-168F-6F23BC8CE44F}" v="19" dt="2026-09-10T13:44:06.8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4696C2-F390-4052-B608-9ED275ED897F}" type="doc">
      <dgm:prSet loTypeId="urn:microsoft.com/office/officeart/2018/2/layout/IconVerticalSolidList" loCatId="icon" qsTypeId="urn:microsoft.com/office/officeart/2005/8/quickstyle/simple1#1" qsCatId="simple" csTypeId="urn:microsoft.com/office/officeart/2018/5/colors/Iconchunking_neutralicontext_colorful1" csCatId="colorful" phldr="1"/>
      <dgm:spPr/>
      <dgm:t>
        <a:bodyPr/>
        <a:lstStyle/>
        <a:p>
          <a:endParaRPr lang="en-US"/>
        </a:p>
      </dgm:t>
    </dgm:pt>
    <dgm:pt modelId="{540D8C2D-046C-45C4-900F-9CB5AF719089}">
      <dgm:prSet/>
      <dgm:spPr/>
      <dgm:t>
        <a:bodyPr/>
        <a:lstStyle/>
        <a:p>
          <a:pPr>
            <a:lnSpc>
              <a:spcPct val="100000"/>
            </a:lnSpc>
          </a:pPr>
          <a:r>
            <a:rPr lang="en-IN" dirty="0"/>
            <a:t>Students have to manage marks, assignments, deadlines and study topics during their ongoing semester. </a:t>
          </a:r>
          <a:endParaRPr lang="en-US" dirty="0"/>
        </a:p>
      </dgm:t>
    </dgm:pt>
    <dgm:pt modelId="{3BB32607-F776-481E-AC56-36AB3C330DF5}" type="parTrans" cxnId="{183EB8C7-5B26-471D-87D6-21D2A51CFBBE}">
      <dgm:prSet/>
      <dgm:spPr/>
      <dgm:t>
        <a:bodyPr/>
        <a:lstStyle/>
        <a:p>
          <a:endParaRPr lang="en-US"/>
        </a:p>
      </dgm:t>
    </dgm:pt>
    <dgm:pt modelId="{4F92C551-7F4C-49BA-8EF4-DC869EDE299C}" type="sibTrans" cxnId="{183EB8C7-5B26-471D-87D6-21D2A51CFBBE}">
      <dgm:prSet/>
      <dgm:spPr/>
      <dgm:t>
        <a:bodyPr/>
        <a:lstStyle/>
        <a:p>
          <a:endParaRPr lang="en-US"/>
        </a:p>
      </dgm:t>
    </dgm:pt>
    <dgm:pt modelId="{1DBCB73F-8D3C-425C-A75D-1AAE7E70A024}">
      <dgm:prSet/>
      <dgm:spPr/>
      <dgm:t>
        <a:bodyPr/>
        <a:lstStyle/>
        <a:p>
          <a:pPr>
            <a:lnSpc>
              <a:spcPct val="100000"/>
            </a:lnSpc>
          </a:pPr>
          <a:r>
            <a:rPr lang="en-IN" dirty="0"/>
            <a:t>This information is often maintained separately in notebooks, ERP , class </a:t>
          </a:r>
          <a:r>
            <a:rPr lang="en-IN" dirty="0" err="1"/>
            <a:t>whatsapp</a:t>
          </a:r>
          <a:r>
            <a:rPr lang="en-IN" dirty="0"/>
            <a:t> groups or other applications. </a:t>
          </a:r>
          <a:endParaRPr lang="en-US" dirty="0"/>
        </a:p>
      </dgm:t>
    </dgm:pt>
    <dgm:pt modelId="{20779535-F27B-4DA2-BA88-8117870BBD45}" type="parTrans" cxnId="{14E5641C-7470-4CBE-B549-AA8360D65349}">
      <dgm:prSet/>
      <dgm:spPr/>
      <dgm:t>
        <a:bodyPr/>
        <a:lstStyle/>
        <a:p>
          <a:endParaRPr lang="en-US"/>
        </a:p>
      </dgm:t>
    </dgm:pt>
    <dgm:pt modelId="{1FB734BF-B033-4688-992D-166B8A45D9B2}" type="sibTrans" cxnId="{14E5641C-7470-4CBE-B549-AA8360D65349}">
      <dgm:prSet/>
      <dgm:spPr/>
      <dgm:t>
        <a:bodyPr/>
        <a:lstStyle/>
        <a:p>
          <a:endParaRPr lang="en-US"/>
        </a:p>
      </dgm:t>
    </dgm:pt>
    <dgm:pt modelId="{B9DB5A28-C22D-4E55-82F9-89F6BF05572C}">
      <dgm:prSet/>
      <dgm:spPr/>
      <dgm:t>
        <a:bodyPr/>
        <a:lstStyle/>
        <a:p>
          <a:pPr>
            <a:lnSpc>
              <a:spcPct val="100000"/>
            </a:lnSpc>
          </a:pPr>
          <a:r>
            <a:rPr lang="en-IN" dirty="0"/>
            <a:t>It can become difficult to decide which subject needs more attention and which task should be completed first. </a:t>
          </a:r>
          <a:endParaRPr lang="en-US" dirty="0"/>
        </a:p>
      </dgm:t>
    </dgm:pt>
    <dgm:pt modelId="{F40C6616-839A-45DE-84DC-0BDF87D2A771}" type="parTrans" cxnId="{2E18F9D3-9098-4806-ADB3-25BFA5692925}">
      <dgm:prSet/>
      <dgm:spPr/>
      <dgm:t>
        <a:bodyPr/>
        <a:lstStyle/>
        <a:p>
          <a:endParaRPr lang="en-US"/>
        </a:p>
      </dgm:t>
    </dgm:pt>
    <dgm:pt modelId="{1E8F1724-CBDE-42BB-85AD-88810F69398F}" type="sibTrans" cxnId="{2E18F9D3-9098-4806-ADB3-25BFA5692925}">
      <dgm:prSet/>
      <dgm:spPr/>
      <dgm:t>
        <a:bodyPr/>
        <a:lstStyle/>
        <a:p>
          <a:endParaRPr lang="en-US"/>
        </a:p>
      </dgm:t>
    </dgm:pt>
    <dgm:pt modelId="{ED64AB98-B380-40DA-97C6-6DC6777E6A30}">
      <dgm:prSet/>
      <dgm:spPr/>
      <dgm:t>
        <a:bodyPr/>
        <a:lstStyle/>
        <a:p>
          <a:pPr>
            <a:lnSpc>
              <a:spcPct val="100000"/>
            </a:lnSpc>
          </a:pPr>
          <a:r>
            <a:rPr lang="en-IN" dirty="0"/>
            <a:t>Our project brings all these activities together in one system. </a:t>
          </a:r>
          <a:endParaRPr lang="en-US" dirty="0"/>
        </a:p>
      </dgm:t>
    </dgm:pt>
    <dgm:pt modelId="{72E0AF11-77B5-4346-9384-4EC9F75A297B}" type="parTrans" cxnId="{A53EBA85-B318-4F1E-BCD6-8125642433F0}">
      <dgm:prSet/>
      <dgm:spPr/>
      <dgm:t>
        <a:bodyPr/>
        <a:lstStyle/>
        <a:p>
          <a:endParaRPr lang="en-US"/>
        </a:p>
      </dgm:t>
    </dgm:pt>
    <dgm:pt modelId="{FF03F07A-3119-4401-B460-A10A1F36A932}" type="sibTrans" cxnId="{A53EBA85-B318-4F1E-BCD6-8125642433F0}">
      <dgm:prSet/>
      <dgm:spPr/>
      <dgm:t>
        <a:bodyPr/>
        <a:lstStyle/>
        <a:p>
          <a:endParaRPr lang="en-US"/>
        </a:p>
      </dgm:t>
    </dgm:pt>
    <dgm:pt modelId="{B30A0E64-883B-45D9-911F-4D5FD0A5E67B}">
      <dgm:prSet/>
      <dgm:spPr/>
      <dgm:t>
        <a:bodyPr/>
        <a:lstStyle/>
        <a:p>
          <a:pPr>
            <a:lnSpc>
              <a:spcPct val="100000"/>
            </a:lnSpc>
          </a:pPr>
          <a:r>
            <a:rPr lang="en-IN" dirty="0"/>
            <a:t>The system uses </a:t>
          </a:r>
          <a:r>
            <a:rPr lang="en-IN" b="1" dirty="0"/>
            <a:t>Data Structures and Algorithms in C</a:t>
          </a:r>
          <a:r>
            <a:rPr lang="en-IN" dirty="0"/>
            <a:t> to organize and process academic information. </a:t>
          </a:r>
          <a:endParaRPr lang="en-US" dirty="0"/>
        </a:p>
      </dgm:t>
    </dgm:pt>
    <dgm:pt modelId="{D2AD01D3-2CCE-46B8-BC9B-CB184E824E2C}" type="parTrans" cxnId="{8748A169-4308-417A-A5D2-E4630FDCD178}">
      <dgm:prSet/>
      <dgm:spPr/>
      <dgm:t>
        <a:bodyPr/>
        <a:lstStyle/>
        <a:p>
          <a:endParaRPr lang="en-US"/>
        </a:p>
      </dgm:t>
    </dgm:pt>
    <dgm:pt modelId="{2A47679B-AFE9-4221-8D41-38D9DE60FD7A}" type="sibTrans" cxnId="{8748A169-4308-417A-A5D2-E4630FDCD178}">
      <dgm:prSet/>
      <dgm:spPr/>
      <dgm:t>
        <a:bodyPr/>
        <a:lstStyle/>
        <a:p>
          <a:endParaRPr lang="en-US"/>
        </a:p>
      </dgm:t>
    </dgm:pt>
    <dgm:pt modelId="{DB4FF3C6-C591-428A-8D54-6068CDA1CF05}">
      <dgm:prSet/>
      <dgm:spPr/>
      <dgm:t>
        <a:bodyPr/>
        <a:lstStyle/>
        <a:p>
          <a:pPr>
            <a:lnSpc>
              <a:spcPct val="100000"/>
            </a:lnSpc>
          </a:pPr>
          <a:r>
            <a:rPr lang="en-IN" dirty="0"/>
            <a:t>It also provides </a:t>
          </a:r>
          <a:r>
            <a:rPr lang="en-IN" b="1" dirty="0"/>
            <a:t>rule-based study recommendations</a:t>
          </a:r>
          <a:r>
            <a:rPr lang="en-IN" dirty="0"/>
            <a:t> based on marks, deadlines and topic status. </a:t>
          </a:r>
          <a:endParaRPr lang="en-US" dirty="0"/>
        </a:p>
      </dgm:t>
    </dgm:pt>
    <dgm:pt modelId="{73836984-55C1-495B-B5F2-82CCE68B3553}" type="parTrans" cxnId="{34111D9A-1941-4F4C-BD13-85ED9494C702}">
      <dgm:prSet/>
      <dgm:spPr/>
      <dgm:t>
        <a:bodyPr/>
        <a:lstStyle/>
        <a:p>
          <a:endParaRPr lang="en-US"/>
        </a:p>
      </dgm:t>
    </dgm:pt>
    <dgm:pt modelId="{8EAA923B-15F5-42AD-84EA-DBF75EE97A65}" type="sibTrans" cxnId="{34111D9A-1941-4F4C-BD13-85ED9494C702}">
      <dgm:prSet/>
      <dgm:spPr/>
      <dgm:t>
        <a:bodyPr/>
        <a:lstStyle/>
        <a:p>
          <a:endParaRPr lang="en-US"/>
        </a:p>
      </dgm:t>
    </dgm:pt>
    <dgm:pt modelId="{2E1D15C7-12E0-4E36-8EBD-3BB8E30BCC2E}" type="pres">
      <dgm:prSet presAssocID="{434696C2-F390-4052-B608-9ED275ED897F}" presName="root" presStyleCnt="0">
        <dgm:presLayoutVars>
          <dgm:dir/>
          <dgm:resizeHandles val="exact"/>
        </dgm:presLayoutVars>
      </dgm:prSet>
      <dgm:spPr/>
    </dgm:pt>
    <dgm:pt modelId="{DE093DC6-E35C-45EC-80D5-BB52CD9E0E65}" type="pres">
      <dgm:prSet presAssocID="{540D8C2D-046C-45C4-900F-9CB5AF719089}" presName="compNode" presStyleCnt="0"/>
      <dgm:spPr/>
    </dgm:pt>
    <dgm:pt modelId="{A073F225-C982-442B-B8DB-8FE9AA89963C}" type="pres">
      <dgm:prSet presAssocID="{540D8C2D-046C-45C4-900F-9CB5AF719089}" presName="bgRect" presStyleLbl="bgShp" presStyleIdx="0" presStyleCnt="6"/>
      <dgm:spPr/>
    </dgm:pt>
    <dgm:pt modelId="{05CA7B57-8477-4F7A-ACB5-3CBCF14B9539}" type="pres">
      <dgm:prSet presAssocID="{540D8C2D-046C-45C4-900F-9CB5AF719089}"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room"/>
        </a:ext>
      </dgm:extLst>
    </dgm:pt>
    <dgm:pt modelId="{837FEB53-E400-447F-8221-8DB790AE4EC3}" type="pres">
      <dgm:prSet presAssocID="{540D8C2D-046C-45C4-900F-9CB5AF719089}" presName="spaceRect" presStyleCnt="0"/>
      <dgm:spPr/>
    </dgm:pt>
    <dgm:pt modelId="{C06F4353-21F2-4611-9E73-832B6C252311}" type="pres">
      <dgm:prSet presAssocID="{540D8C2D-046C-45C4-900F-9CB5AF719089}" presName="parTx" presStyleLbl="revTx" presStyleIdx="0" presStyleCnt="6">
        <dgm:presLayoutVars>
          <dgm:chMax val="0"/>
          <dgm:chPref val="0"/>
        </dgm:presLayoutVars>
      </dgm:prSet>
      <dgm:spPr/>
    </dgm:pt>
    <dgm:pt modelId="{9A41128E-225B-423B-84C1-C616008FD294}" type="pres">
      <dgm:prSet presAssocID="{4F92C551-7F4C-49BA-8EF4-DC869EDE299C}" presName="sibTrans" presStyleCnt="0"/>
      <dgm:spPr/>
    </dgm:pt>
    <dgm:pt modelId="{DB57A3E5-EDF6-48F1-93D0-DF807D96B438}" type="pres">
      <dgm:prSet presAssocID="{1DBCB73F-8D3C-425C-A75D-1AAE7E70A024}" presName="compNode" presStyleCnt="0"/>
      <dgm:spPr/>
    </dgm:pt>
    <dgm:pt modelId="{BE5AA46A-F133-438F-8B8C-D4B3A418F52F}" type="pres">
      <dgm:prSet presAssocID="{1DBCB73F-8D3C-425C-A75D-1AAE7E70A024}" presName="bgRect" presStyleLbl="bgShp" presStyleIdx="1" presStyleCnt="6"/>
      <dgm:spPr/>
    </dgm:pt>
    <dgm:pt modelId="{F157BB1E-8EBC-45F5-92A6-B6479163C8D5}" type="pres">
      <dgm:prSet presAssocID="{1DBCB73F-8D3C-425C-A75D-1AAE7E70A024}"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rt with Pulse"/>
        </a:ext>
      </dgm:extLst>
    </dgm:pt>
    <dgm:pt modelId="{0B641A44-DAC6-43A1-846D-066986F786CA}" type="pres">
      <dgm:prSet presAssocID="{1DBCB73F-8D3C-425C-A75D-1AAE7E70A024}" presName="spaceRect" presStyleCnt="0"/>
      <dgm:spPr/>
    </dgm:pt>
    <dgm:pt modelId="{CD4788FA-C928-44D1-B795-5F9679BAADE6}" type="pres">
      <dgm:prSet presAssocID="{1DBCB73F-8D3C-425C-A75D-1AAE7E70A024}" presName="parTx" presStyleLbl="revTx" presStyleIdx="1" presStyleCnt="6">
        <dgm:presLayoutVars>
          <dgm:chMax val="0"/>
          <dgm:chPref val="0"/>
        </dgm:presLayoutVars>
      </dgm:prSet>
      <dgm:spPr/>
    </dgm:pt>
    <dgm:pt modelId="{75E20167-87C5-4A89-B784-C879245949A9}" type="pres">
      <dgm:prSet presAssocID="{1FB734BF-B033-4688-992D-166B8A45D9B2}" presName="sibTrans" presStyleCnt="0"/>
      <dgm:spPr/>
    </dgm:pt>
    <dgm:pt modelId="{D4F50C5D-4C17-44F2-B258-7296EA328D25}" type="pres">
      <dgm:prSet presAssocID="{B9DB5A28-C22D-4E55-82F9-89F6BF05572C}" presName="compNode" presStyleCnt="0"/>
      <dgm:spPr/>
    </dgm:pt>
    <dgm:pt modelId="{E62EA0A3-62C3-47DE-8AEF-EBC0A2558A0C}" type="pres">
      <dgm:prSet presAssocID="{B9DB5A28-C22D-4E55-82F9-89F6BF05572C}" presName="bgRect" presStyleLbl="bgShp" presStyleIdx="2" presStyleCnt="6"/>
      <dgm:spPr/>
    </dgm:pt>
    <dgm:pt modelId="{82B48D99-EC28-42F3-BC3F-D2ABFCB2CE25}" type="pres">
      <dgm:prSet presAssocID="{B9DB5A28-C22D-4E55-82F9-89F6BF05572C}"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oks"/>
        </a:ext>
      </dgm:extLst>
    </dgm:pt>
    <dgm:pt modelId="{B3AA01B2-452B-4204-B38B-45370B1F8EC5}" type="pres">
      <dgm:prSet presAssocID="{B9DB5A28-C22D-4E55-82F9-89F6BF05572C}" presName="spaceRect" presStyleCnt="0"/>
      <dgm:spPr/>
    </dgm:pt>
    <dgm:pt modelId="{474DF2DE-993B-489E-A8F0-878EBEAF2E62}" type="pres">
      <dgm:prSet presAssocID="{B9DB5A28-C22D-4E55-82F9-89F6BF05572C}" presName="parTx" presStyleLbl="revTx" presStyleIdx="2" presStyleCnt="6">
        <dgm:presLayoutVars>
          <dgm:chMax val="0"/>
          <dgm:chPref val="0"/>
        </dgm:presLayoutVars>
      </dgm:prSet>
      <dgm:spPr/>
    </dgm:pt>
    <dgm:pt modelId="{973777AE-5029-45CA-AE50-0C802388E8B8}" type="pres">
      <dgm:prSet presAssocID="{1E8F1724-CBDE-42BB-85AD-88810F69398F}" presName="sibTrans" presStyleCnt="0"/>
      <dgm:spPr/>
    </dgm:pt>
    <dgm:pt modelId="{A293FC1D-32E3-4953-A39F-AE738F53A1DA}" type="pres">
      <dgm:prSet presAssocID="{ED64AB98-B380-40DA-97C6-6DC6777E6A30}" presName="compNode" presStyleCnt="0"/>
      <dgm:spPr/>
    </dgm:pt>
    <dgm:pt modelId="{1068FD17-4F22-4677-A8E3-B9AE0E3D152F}" type="pres">
      <dgm:prSet presAssocID="{ED64AB98-B380-40DA-97C6-6DC6777E6A30}" presName="bgRect" presStyleLbl="bgShp" presStyleIdx="3" presStyleCnt="6"/>
      <dgm:spPr/>
    </dgm:pt>
    <dgm:pt modelId="{2E78C7DD-38F0-4980-8A55-26953EF0D5CF}" type="pres">
      <dgm:prSet presAssocID="{ED64AB98-B380-40DA-97C6-6DC6777E6A30}"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8402460-93F5-4ED5-AFEB-38BE9983FA67}" type="pres">
      <dgm:prSet presAssocID="{ED64AB98-B380-40DA-97C6-6DC6777E6A30}" presName="spaceRect" presStyleCnt="0"/>
      <dgm:spPr/>
    </dgm:pt>
    <dgm:pt modelId="{165F1BE8-243B-4975-80DE-BE98A1F76313}" type="pres">
      <dgm:prSet presAssocID="{ED64AB98-B380-40DA-97C6-6DC6777E6A30}" presName="parTx" presStyleLbl="revTx" presStyleIdx="3" presStyleCnt="6">
        <dgm:presLayoutVars>
          <dgm:chMax val="0"/>
          <dgm:chPref val="0"/>
        </dgm:presLayoutVars>
      </dgm:prSet>
      <dgm:spPr/>
    </dgm:pt>
    <dgm:pt modelId="{2A706CF2-4C78-42F8-876D-0A0A70E64EFE}" type="pres">
      <dgm:prSet presAssocID="{FF03F07A-3119-4401-B460-A10A1F36A932}" presName="sibTrans" presStyleCnt="0"/>
      <dgm:spPr/>
    </dgm:pt>
    <dgm:pt modelId="{6394AF63-77AE-4C04-AE21-2F309A48F1E3}" type="pres">
      <dgm:prSet presAssocID="{B30A0E64-883B-45D9-911F-4D5FD0A5E67B}" presName="compNode" presStyleCnt="0"/>
      <dgm:spPr/>
    </dgm:pt>
    <dgm:pt modelId="{04ECDE5C-1FE7-4E55-9FA2-62D7401F1930}" type="pres">
      <dgm:prSet presAssocID="{B30A0E64-883B-45D9-911F-4D5FD0A5E67B}" presName="bgRect" presStyleLbl="bgShp" presStyleIdx="4" presStyleCnt="6"/>
      <dgm:spPr/>
    </dgm:pt>
    <dgm:pt modelId="{6F84FA81-32B0-4EB6-B172-7322C93CF211}" type="pres">
      <dgm:prSet presAssocID="{B30A0E64-883B-45D9-911F-4D5FD0A5E67B}"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atabase"/>
        </a:ext>
      </dgm:extLst>
    </dgm:pt>
    <dgm:pt modelId="{5E5E06EE-497A-4256-A6EC-5F1CF9557453}" type="pres">
      <dgm:prSet presAssocID="{B30A0E64-883B-45D9-911F-4D5FD0A5E67B}" presName="spaceRect" presStyleCnt="0"/>
      <dgm:spPr/>
    </dgm:pt>
    <dgm:pt modelId="{B1736949-A77D-491F-8F65-88981FFE52FE}" type="pres">
      <dgm:prSet presAssocID="{B30A0E64-883B-45D9-911F-4D5FD0A5E67B}" presName="parTx" presStyleLbl="revTx" presStyleIdx="4" presStyleCnt="6">
        <dgm:presLayoutVars>
          <dgm:chMax val="0"/>
          <dgm:chPref val="0"/>
        </dgm:presLayoutVars>
      </dgm:prSet>
      <dgm:spPr/>
    </dgm:pt>
    <dgm:pt modelId="{020D5F62-CEC9-47C7-B707-F8BDF3D31035}" type="pres">
      <dgm:prSet presAssocID="{2A47679B-AFE9-4221-8D41-38D9DE60FD7A}" presName="sibTrans" presStyleCnt="0"/>
      <dgm:spPr/>
    </dgm:pt>
    <dgm:pt modelId="{845249E1-422A-49D1-BF0B-769A65506053}" type="pres">
      <dgm:prSet presAssocID="{DB4FF3C6-C591-428A-8D54-6068CDA1CF05}" presName="compNode" presStyleCnt="0"/>
      <dgm:spPr/>
    </dgm:pt>
    <dgm:pt modelId="{80BB11A0-2DAB-4ABF-8DEF-80BF7121AB48}" type="pres">
      <dgm:prSet presAssocID="{DB4FF3C6-C591-428A-8D54-6068CDA1CF05}" presName="bgRect" presStyleLbl="bgShp" presStyleIdx="5" presStyleCnt="6"/>
      <dgm:spPr/>
    </dgm:pt>
    <dgm:pt modelId="{C21458E5-4F07-44A9-B168-144794216336}" type="pres">
      <dgm:prSet presAssocID="{DB4FF3C6-C591-428A-8D54-6068CDA1CF05}"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151693B4-3C0B-466D-9B6D-EB82C5E4706D}" type="pres">
      <dgm:prSet presAssocID="{DB4FF3C6-C591-428A-8D54-6068CDA1CF05}" presName="spaceRect" presStyleCnt="0"/>
      <dgm:spPr/>
    </dgm:pt>
    <dgm:pt modelId="{43E7F431-0192-4BF8-978A-48F6C511E886}" type="pres">
      <dgm:prSet presAssocID="{DB4FF3C6-C591-428A-8D54-6068CDA1CF05}" presName="parTx" presStyleLbl="revTx" presStyleIdx="5" presStyleCnt="6">
        <dgm:presLayoutVars>
          <dgm:chMax val="0"/>
          <dgm:chPref val="0"/>
        </dgm:presLayoutVars>
      </dgm:prSet>
      <dgm:spPr/>
    </dgm:pt>
  </dgm:ptLst>
  <dgm:cxnLst>
    <dgm:cxn modelId="{14E5641C-7470-4CBE-B549-AA8360D65349}" srcId="{434696C2-F390-4052-B608-9ED275ED897F}" destId="{1DBCB73F-8D3C-425C-A75D-1AAE7E70A024}" srcOrd="1" destOrd="0" parTransId="{20779535-F27B-4DA2-BA88-8117870BBD45}" sibTransId="{1FB734BF-B033-4688-992D-166B8A45D9B2}"/>
    <dgm:cxn modelId="{232FF839-E06C-4B3E-9FC6-C161CA471F51}" type="presOf" srcId="{B9DB5A28-C22D-4E55-82F9-89F6BF05572C}" destId="{474DF2DE-993B-489E-A8F0-878EBEAF2E62}" srcOrd="0" destOrd="0" presId="urn:microsoft.com/office/officeart/2018/2/layout/IconVerticalSolidList"/>
    <dgm:cxn modelId="{E81B815C-338C-47D3-9930-3C4F244B53BE}" type="presOf" srcId="{1DBCB73F-8D3C-425C-A75D-1AAE7E70A024}" destId="{CD4788FA-C928-44D1-B795-5F9679BAADE6}" srcOrd="0" destOrd="0" presId="urn:microsoft.com/office/officeart/2018/2/layout/IconVerticalSolidList"/>
    <dgm:cxn modelId="{469E9342-F6CF-4963-95C1-286026A9FD5C}" type="presOf" srcId="{434696C2-F390-4052-B608-9ED275ED897F}" destId="{2E1D15C7-12E0-4E36-8EBD-3BB8E30BCC2E}" srcOrd="0" destOrd="0" presId="urn:microsoft.com/office/officeart/2018/2/layout/IconVerticalSolidList"/>
    <dgm:cxn modelId="{B21E7D66-AAD3-4CB0-A2DE-F3C764059E57}" type="presOf" srcId="{DB4FF3C6-C591-428A-8D54-6068CDA1CF05}" destId="{43E7F431-0192-4BF8-978A-48F6C511E886}" srcOrd="0" destOrd="0" presId="urn:microsoft.com/office/officeart/2018/2/layout/IconVerticalSolidList"/>
    <dgm:cxn modelId="{8748A169-4308-417A-A5D2-E4630FDCD178}" srcId="{434696C2-F390-4052-B608-9ED275ED897F}" destId="{B30A0E64-883B-45D9-911F-4D5FD0A5E67B}" srcOrd="4" destOrd="0" parTransId="{D2AD01D3-2CCE-46B8-BC9B-CB184E824E2C}" sibTransId="{2A47679B-AFE9-4221-8D41-38D9DE60FD7A}"/>
    <dgm:cxn modelId="{A53EBA85-B318-4F1E-BCD6-8125642433F0}" srcId="{434696C2-F390-4052-B608-9ED275ED897F}" destId="{ED64AB98-B380-40DA-97C6-6DC6777E6A30}" srcOrd="3" destOrd="0" parTransId="{72E0AF11-77B5-4346-9384-4EC9F75A297B}" sibTransId="{FF03F07A-3119-4401-B460-A10A1F36A932}"/>
    <dgm:cxn modelId="{39A87D8A-A84E-4F70-A7C0-60F6D6280127}" type="presOf" srcId="{540D8C2D-046C-45C4-900F-9CB5AF719089}" destId="{C06F4353-21F2-4611-9E73-832B6C252311}" srcOrd="0" destOrd="0" presId="urn:microsoft.com/office/officeart/2018/2/layout/IconVerticalSolidList"/>
    <dgm:cxn modelId="{34111D9A-1941-4F4C-BD13-85ED9494C702}" srcId="{434696C2-F390-4052-B608-9ED275ED897F}" destId="{DB4FF3C6-C591-428A-8D54-6068CDA1CF05}" srcOrd="5" destOrd="0" parTransId="{73836984-55C1-495B-B5F2-82CCE68B3553}" sibTransId="{8EAA923B-15F5-42AD-84EA-DBF75EE97A65}"/>
    <dgm:cxn modelId="{48D3C8A2-C3B3-4077-867A-DF3A76B444CD}" type="presOf" srcId="{ED64AB98-B380-40DA-97C6-6DC6777E6A30}" destId="{165F1BE8-243B-4975-80DE-BE98A1F76313}" srcOrd="0" destOrd="0" presId="urn:microsoft.com/office/officeart/2018/2/layout/IconVerticalSolidList"/>
    <dgm:cxn modelId="{183EB8C7-5B26-471D-87D6-21D2A51CFBBE}" srcId="{434696C2-F390-4052-B608-9ED275ED897F}" destId="{540D8C2D-046C-45C4-900F-9CB5AF719089}" srcOrd="0" destOrd="0" parTransId="{3BB32607-F776-481E-AC56-36AB3C330DF5}" sibTransId="{4F92C551-7F4C-49BA-8EF4-DC869EDE299C}"/>
    <dgm:cxn modelId="{35F14CC8-37F4-4145-BC50-573478032BB5}" type="presOf" srcId="{B30A0E64-883B-45D9-911F-4D5FD0A5E67B}" destId="{B1736949-A77D-491F-8F65-88981FFE52FE}" srcOrd="0" destOrd="0" presId="urn:microsoft.com/office/officeart/2018/2/layout/IconVerticalSolidList"/>
    <dgm:cxn modelId="{2E18F9D3-9098-4806-ADB3-25BFA5692925}" srcId="{434696C2-F390-4052-B608-9ED275ED897F}" destId="{B9DB5A28-C22D-4E55-82F9-89F6BF05572C}" srcOrd="2" destOrd="0" parTransId="{F40C6616-839A-45DE-84DC-0BDF87D2A771}" sibTransId="{1E8F1724-CBDE-42BB-85AD-88810F69398F}"/>
    <dgm:cxn modelId="{E1EBD9A0-C5EB-41B4-8044-2EEA91E92FF9}" type="presParOf" srcId="{2E1D15C7-12E0-4E36-8EBD-3BB8E30BCC2E}" destId="{DE093DC6-E35C-45EC-80D5-BB52CD9E0E65}" srcOrd="0" destOrd="0" presId="urn:microsoft.com/office/officeart/2018/2/layout/IconVerticalSolidList"/>
    <dgm:cxn modelId="{6B7F097B-A9B4-4C15-AEF7-A2DFEB6FA8E6}" type="presParOf" srcId="{DE093DC6-E35C-45EC-80D5-BB52CD9E0E65}" destId="{A073F225-C982-442B-B8DB-8FE9AA89963C}" srcOrd="0" destOrd="0" presId="urn:microsoft.com/office/officeart/2018/2/layout/IconVerticalSolidList"/>
    <dgm:cxn modelId="{1B67A449-77DA-4252-995F-CC4DA38D9B60}" type="presParOf" srcId="{DE093DC6-E35C-45EC-80D5-BB52CD9E0E65}" destId="{05CA7B57-8477-4F7A-ACB5-3CBCF14B9539}" srcOrd="1" destOrd="0" presId="urn:microsoft.com/office/officeart/2018/2/layout/IconVerticalSolidList"/>
    <dgm:cxn modelId="{185B4245-5B7D-478D-9B30-6676C13B173B}" type="presParOf" srcId="{DE093DC6-E35C-45EC-80D5-BB52CD9E0E65}" destId="{837FEB53-E400-447F-8221-8DB790AE4EC3}" srcOrd="2" destOrd="0" presId="urn:microsoft.com/office/officeart/2018/2/layout/IconVerticalSolidList"/>
    <dgm:cxn modelId="{4CF45BCD-35B0-4433-B339-07A572F52E5D}" type="presParOf" srcId="{DE093DC6-E35C-45EC-80D5-BB52CD9E0E65}" destId="{C06F4353-21F2-4611-9E73-832B6C252311}" srcOrd="3" destOrd="0" presId="urn:microsoft.com/office/officeart/2018/2/layout/IconVerticalSolidList"/>
    <dgm:cxn modelId="{7BE49992-F339-4E06-ABEA-82825CB4C4EA}" type="presParOf" srcId="{2E1D15C7-12E0-4E36-8EBD-3BB8E30BCC2E}" destId="{9A41128E-225B-423B-84C1-C616008FD294}" srcOrd="1" destOrd="0" presId="urn:microsoft.com/office/officeart/2018/2/layout/IconVerticalSolidList"/>
    <dgm:cxn modelId="{74770BC9-B37B-4AAC-868B-E42106B6640A}" type="presParOf" srcId="{2E1D15C7-12E0-4E36-8EBD-3BB8E30BCC2E}" destId="{DB57A3E5-EDF6-48F1-93D0-DF807D96B438}" srcOrd="2" destOrd="0" presId="urn:microsoft.com/office/officeart/2018/2/layout/IconVerticalSolidList"/>
    <dgm:cxn modelId="{55D34F47-8884-42C5-8490-F8CD5E6C7C7D}" type="presParOf" srcId="{DB57A3E5-EDF6-48F1-93D0-DF807D96B438}" destId="{BE5AA46A-F133-438F-8B8C-D4B3A418F52F}" srcOrd="0" destOrd="0" presId="urn:microsoft.com/office/officeart/2018/2/layout/IconVerticalSolidList"/>
    <dgm:cxn modelId="{2E65FCD0-2C45-4689-BFCE-DE6C67613694}" type="presParOf" srcId="{DB57A3E5-EDF6-48F1-93D0-DF807D96B438}" destId="{F157BB1E-8EBC-45F5-92A6-B6479163C8D5}" srcOrd="1" destOrd="0" presId="urn:microsoft.com/office/officeart/2018/2/layout/IconVerticalSolidList"/>
    <dgm:cxn modelId="{80D71280-6EF6-4D46-AB37-D299AFCD1B79}" type="presParOf" srcId="{DB57A3E5-EDF6-48F1-93D0-DF807D96B438}" destId="{0B641A44-DAC6-43A1-846D-066986F786CA}" srcOrd="2" destOrd="0" presId="urn:microsoft.com/office/officeart/2018/2/layout/IconVerticalSolidList"/>
    <dgm:cxn modelId="{2C321EEF-2737-490E-A843-23BCD3FEE4EE}" type="presParOf" srcId="{DB57A3E5-EDF6-48F1-93D0-DF807D96B438}" destId="{CD4788FA-C928-44D1-B795-5F9679BAADE6}" srcOrd="3" destOrd="0" presId="urn:microsoft.com/office/officeart/2018/2/layout/IconVerticalSolidList"/>
    <dgm:cxn modelId="{88A5728C-1A51-47A8-9B9C-721B05505558}" type="presParOf" srcId="{2E1D15C7-12E0-4E36-8EBD-3BB8E30BCC2E}" destId="{75E20167-87C5-4A89-B784-C879245949A9}" srcOrd="3" destOrd="0" presId="urn:microsoft.com/office/officeart/2018/2/layout/IconVerticalSolidList"/>
    <dgm:cxn modelId="{DCF52E45-BD1D-46CF-96AF-9D5CAADC8632}" type="presParOf" srcId="{2E1D15C7-12E0-4E36-8EBD-3BB8E30BCC2E}" destId="{D4F50C5D-4C17-44F2-B258-7296EA328D25}" srcOrd="4" destOrd="0" presId="urn:microsoft.com/office/officeart/2018/2/layout/IconVerticalSolidList"/>
    <dgm:cxn modelId="{C3F2AA85-D6CC-41D2-8DE2-AC51C484C856}" type="presParOf" srcId="{D4F50C5D-4C17-44F2-B258-7296EA328D25}" destId="{E62EA0A3-62C3-47DE-8AEF-EBC0A2558A0C}" srcOrd="0" destOrd="0" presId="urn:microsoft.com/office/officeart/2018/2/layout/IconVerticalSolidList"/>
    <dgm:cxn modelId="{8ED2BE89-9619-46F5-827C-1E4283EBF77D}" type="presParOf" srcId="{D4F50C5D-4C17-44F2-B258-7296EA328D25}" destId="{82B48D99-EC28-42F3-BC3F-D2ABFCB2CE25}" srcOrd="1" destOrd="0" presId="urn:microsoft.com/office/officeart/2018/2/layout/IconVerticalSolidList"/>
    <dgm:cxn modelId="{AEE1B287-8AE6-4433-B68D-CBF62AF28E16}" type="presParOf" srcId="{D4F50C5D-4C17-44F2-B258-7296EA328D25}" destId="{B3AA01B2-452B-4204-B38B-45370B1F8EC5}" srcOrd="2" destOrd="0" presId="urn:microsoft.com/office/officeart/2018/2/layout/IconVerticalSolidList"/>
    <dgm:cxn modelId="{223CC470-53C9-4692-9930-5E93F7262327}" type="presParOf" srcId="{D4F50C5D-4C17-44F2-B258-7296EA328D25}" destId="{474DF2DE-993B-489E-A8F0-878EBEAF2E62}" srcOrd="3" destOrd="0" presId="urn:microsoft.com/office/officeart/2018/2/layout/IconVerticalSolidList"/>
    <dgm:cxn modelId="{E0EE275C-91AB-490D-A7A7-828955709490}" type="presParOf" srcId="{2E1D15C7-12E0-4E36-8EBD-3BB8E30BCC2E}" destId="{973777AE-5029-45CA-AE50-0C802388E8B8}" srcOrd="5" destOrd="0" presId="urn:microsoft.com/office/officeart/2018/2/layout/IconVerticalSolidList"/>
    <dgm:cxn modelId="{058CECBD-DF2F-4AF2-A271-0C9AC3FE18A6}" type="presParOf" srcId="{2E1D15C7-12E0-4E36-8EBD-3BB8E30BCC2E}" destId="{A293FC1D-32E3-4953-A39F-AE738F53A1DA}" srcOrd="6" destOrd="0" presId="urn:microsoft.com/office/officeart/2018/2/layout/IconVerticalSolidList"/>
    <dgm:cxn modelId="{4BA1B403-1D4D-4516-97D5-31A7AC515209}" type="presParOf" srcId="{A293FC1D-32E3-4953-A39F-AE738F53A1DA}" destId="{1068FD17-4F22-4677-A8E3-B9AE0E3D152F}" srcOrd="0" destOrd="0" presId="urn:microsoft.com/office/officeart/2018/2/layout/IconVerticalSolidList"/>
    <dgm:cxn modelId="{DDFF69FE-210D-45BC-9E88-CDFC8046E230}" type="presParOf" srcId="{A293FC1D-32E3-4953-A39F-AE738F53A1DA}" destId="{2E78C7DD-38F0-4980-8A55-26953EF0D5CF}" srcOrd="1" destOrd="0" presId="urn:microsoft.com/office/officeart/2018/2/layout/IconVerticalSolidList"/>
    <dgm:cxn modelId="{21B75B7E-EC96-44A2-B229-143966C9FD51}" type="presParOf" srcId="{A293FC1D-32E3-4953-A39F-AE738F53A1DA}" destId="{F8402460-93F5-4ED5-AFEB-38BE9983FA67}" srcOrd="2" destOrd="0" presId="urn:microsoft.com/office/officeart/2018/2/layout/IconVerticalSolidList"/>
    <dgm:cxn modelId="{BC65C348-7A2B-4557-B41A-90ACBD9A45AF}" type="presParOf" srcId="{A293FC1D-32E3-4953-A39F-AE738F53A1DA}" destId="{165F1BE8-243B-4975-80DE-BE98A1F76313}" srcOrd="3" destOrd="0" presId="urn:microsoft.com/office/officeart/2018/2/layout/IconVerticalSolidList"/>
    <dgm:cxn modelId="{67EA647D-2826-4B3C-AEC0-B0B47B7A3809}" type="presParOf" srcId="{2E1D15C7-12E0-4E36-8EBD-3BB8E30BCC2E}" destId="{2A706CF2-4C78-42F8-876D-0A0A70E64EFE}" srcOrd="7" destOrd="0" presId="urn:microsoft.com/office/officeart/2018/2/layout/IconVerticalSolidList"/>
    <dgm:cxn modelId="{2229F770-C48E-4F12-8F7A-EA0A01E2B441}" type="presParOf" srcId="{2E1D15C7-12E0-4E36-8EBD-3BB8E30BCC2E}" destId="{6394AF63-77AE-4C04-AE21-2F309A48F1E3}" srcOrd="8" destOrd="0" presId="urn:microsoft.com/office/officeart/2018/2/layout/IconVerticalSolidList"/>
    <dgm:cxn modelId="{8E11A4A1-A984-4061-99C5-39F31626DBE0}" type="presParOf" srcId="{6394AF63-77AE-4C04-AE21-2F309A48F1E3}" destId="{04ECDE5C-1FE7-4E55-9FA2-62D7401F1930}" srcOrd="0" destOrd="0" presId="urn:microsoft.com/office/officeart/2018/2/layout/IconVerticalSolidList"/>
    <dgm:cxn modelId="{DE8B7CFC-5BC7-469F-B0A6-A3D6161DE66B}" type="presParOf" srcId="{6394AF63-77AE-4C04-AE21-2F309A48F1E3}" destId="{6F84FA81-32B0-4EB6-B172-7322C93CF211}" srcOrd="1" destOrd="0" presId="urn:microsoft.com/office/officeart/2018/2/layout/IconVerticalSolidList"/>
    <dgm:cxn modelId="{A67383AF-CFEF-48BC-B305-595CF602565F}" type="presParOf" srcId="{6394AF63-77AE-4C04-AE21-2F309A48F1E3}" destId="{5E5E06EE-497A-4256-A6EC-5F1CF9557453}" srcOrd="2" destOrd="0" presId="urn:microsoft.com/office/officeart/2018/2/layout/IconVerticalSolidList"/>
    <dgm:cxn modelId="{10D9D6EC-D86D-4CEB-BF5D-206208981965}" type="presParOf" srcId="{6394AF63-77AE-4C04-AE21-2F309A48F1E3}" destId="{B1736949-A77D-491F-8F65-88981FFE52FE}" srcOrd="3" destOrd="0" presId="urn:microsoft.com/office/officeart/2018/2/layout/IconVerticalSolidList"/>
    <dgm:cxn modelId="{5EFDA611-70AF-4217-8FC4-1776A1E13091}" type="presParOf" srcId="{2E1D15C7-12E0-4E36-8EBD-3BB8E30BCC2E}" destId="{020D5F62-CEC9-47C7-B707-F8BDF3D31035}" srcOrd="9" destOrd="0" presId="urn:microsoft.com/office/officeart/2018/2/layout/IconVerticalSolidList"/>
    <dgm:cxn modelId="{D74251D4-5152-4370-BA57-E466A0DF0ADB}" type="presParOf" srcId="{2E1D15C7-12E0-4E36-8EBD-3BB8E30BCC2E}" destId="{845249E1-422A-49D1-BF0B-769A65506053}" srcOrd="10" destOrd="0" presId="urn:microsoft.com/office/officeart/2018/2/layout/IconVerticalSolidList"/>
    <dgm:cxn modelId="{DC27A87D-A2D0-436F-AEC5-A9C1AC90FC8E}" type="presParOf" srcId="{845249E1-422A-49D1-BF0B-769A65506053}" destId="{80BB11A0-2DAB-4ABF-8DEF-80BF7121AB48}" srcOrd="0" destOrd="0" presId="urn:microsoft.com/office/officeart/2018/2/layout/IconVerticalSolidList"/>
    <dgm:cxn modelId="{29F0DACA-2526-4AD6-9EBC-8E7D5E81E8D1}" type="presParOf" srcId="{845249E1-422A-49D1-BF0B-769A65506053}" destId="{C21458E5-4F07-44A9-B168-144794216336}" srcOrd="1" destOrd="0" presId="urn:microsoft.com/office/officeart/2018/2/layout/IconVerticalSolidList"/>
    <dgm:cxn modelId="{CB202B49-9CD6-479C-8404-9760599F41D3}" type="presParOf" srcId="{845249E1-422A-49D1-BF0B-769A65506053}" destId="{151693B4-3C0B-466D-9B6D-EB82C5E4706D}" srcOrd="2" destOrd="0" presId="urn:microsoft.com/office/officeart/2018/2/layout/IconVerticalSolidList"/>
    <dgm:cxn modelId="{1BEECDCA-F61E-45BA-B5F0-C786E51B1D53}" type="presParOf" srcId="{845249E1-422A-49D1-BF0B-769A65506053}" destId="{43E7F431-0192-4BF8-978A-48F6C511E88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573CBC4-CE03-46F2-86C9-92F0478B6416}" type="doc">
      <dgm:prSet loTypeId="urn:microsoft.com/office/officeart/2005/8/layout/default" loCatId="list" qsTypeId="urn:microsoft.com/office/officeart/2005/8/quickstyle/simple5#1" qsCatId="simple" csTypeId="urn:microsoft.com/office/officeart/2005/8/colors/colorful1#1" csCatId="colorful"/>
      <dgm:spPr/>
      <dgm:t>
        <a:bodyPr/>
        <a:lstStyle/>
        <a:p>
          <a:endParaRPr lang="en-US"/>
        </a:p>
      </dgm:t>
    </dgm:pt>
    <dgm:pt modelId="{519A7E6E-9F24-41A7-82C0-0628763D0735}">
      <dgm:prSet phldr="0"/>
      <dgm:spPr/>
      <dgm:t>
        <a:bodyPr/>
        <a:lstStyle/>
        <a:p>
          <a:pPr rtl="0"/>
          <a:r>
            <a:rPr lang="en-IN" b="1" dirty="0">
              <a:latin typeface="Aptos Display" panose="02110004020202020204"/>
            </a:rPr>
            <a:t>Problem Statement</a:t>
          </a:r>
          <a:endParaRPr lang="en-US" b="0" dirty="0"/>
        </a:p>
      </dgm:t>
    </dgm:pt>
    <dgm:pt modelId="{9397A539-7897-445C-A394-F222CDC81787}" type="parTrans" cxnId="{A07B0858-1837-44F8-ACC8-4AA367C3B139}">
      <dgm:prSet/>
      <dgm:spPr/>
      <dgm:t>
        <a:bodyPr/>
        <a:lstStyle/>
        <a:p>
          <a:endParaRPr lang="en-US"/>
        </a:p>
      </dgm:t>
    </dgm:pt>
    <dgm:pt modelId="{855A4033-6DB0-4588-896C-6A3334EAFFC8}" type="sibTrans" cxnId="{A07B0858-1837-44F8-ACC8-4AA367C3B139}">
      <dgm:prSet/>
      <dgm:spPr/>
      <dgm:t>
        <a:bodyPr/>
        <a:lstStyle/>
        <a:p>
          <a:endParaRPr lang="en-US"/>
        </a:p>
      </dgm:t>
    </dgm:pt>
    <dgm:pt modelId="{444E13EE-987C-4BE6-927F-8459379EFD82}">
      <dgm:prSet/>
      <dgm:spPr/>
      <dgm:t>
        <a:bodyPr/>
        <a:lstStyle/>
        <a:p>
          <a:r>
            <a:rPr lang="en-IN" dirty="0"/>
            <a:t>Students at present manage different academic activities separately, such as:</a:t>
          </a:r>
          <a:endParaRPr lang="en-US" dirty="0"/>
        </a:p>
      </dgm:t>
    </dgm:pt>
    <dgm:pt modelId="{8AF4A15D-FC4D-42DF-A10D-3452F1644F28}" type="parTrans" cxnId="{F8394B8C-8C3D-4DD0-8D08-8A53E3B12FD8}">
      <dgm:prSet/>
      <dgm:spPr/>
      <dgm:t>
        <a:bodyPr/>
        <a:lstStyle/>
        <a:p>
          <a:endParaRPr lang="en-US"/>
        </a:p>
      </dgm:t>
    </dgm:pt>
    <dgm:pt modelId="{A97B935A-A89D-4078-8652-8DDD04A66D6C}" type="sibTrans" cxnId="{F8394B8C-8C3D-4DD0-8D08-8A53E3B12FD8}">
      <dgm:prSet/>
      <dgm:spPr/>
      <dgm:t>
        <a:bodyPr/>
        <a:lstStyle/>
        <a:p>
          <a:endParaRPr lang="en-US"/>
        </a:p>
      </dgm:t>
    </dgm:pt>
    <dgm:pt modelId="{7AFE4D42-0C55-428E-AE3F-29B1268582EE}">
      <dgm:prSet/>
      <dgm:spPr/>
      <dgm:t>
        <a:bodyPr/>
        <a:lstStyle/>
        <a:p>
          <a:r>
            <a:rPr lang="en-IN" dirty="0"/>
            <a:t>Subject marks and performance </a:t>
          </a:r>
          <a:endParaRPr lang="en-US" dirty="0"/>
        </a:p>
      </dgm:t>
    </dgm:pt>
    <dgm:pt modelId="{46DDF0E7-6ED0-4B48-A242-D92C49EA1170}" type="parTrans" cxnId="{D49C2E9D-2D04-464F-BAEB-67C9EDD4845F}">
      <dgm:prSet/>
      <dgm:spPr/>
      <dgm:t>
        <a:bodyPr/>
        <a:lstStyle/>
        <a:p>
          <a:endParaRPr lang="en-US"/>
        </a:p>
      </dgm:t>
    </dgm:pt>
    <dgm:pt modelId="{D230B01C-ED16-4D6B-8F2B-D4E63230ECFA}" type="sibTrans" cxnId="{D49C2E9D-2D04-464F-BAEB-67C9EDD4845F}">
      <dgm:prSet/>
      <dgm:spPr/>
      <dgm:t>
        <a:bodyPr/>
        <a:lstStyle/>
        <a:p>
          <a:endParaRPr lang="en-US"/>
        </a:p>
      </dgm:t>
    </dgm:pt>
    <dgm:pt modelId="{2F4BCE86-008C-4FB1-985A-68A81ECF0EDD}">
      <dgm:prSet/>
      <dgm:spPr/>
      <dgm:t>
        <a:bodyPr/>
        <a:lstStyle/>
        <a:p>
          <a:r>
            <a:rPr lang="en-IN" dirty="0"/>
            <a:t>Assignments and deadlines </a:t>
          </a:r>
          <a:endParaRPr lang="en-US" dirty="0"/>
        </a:p>
      </dgm:t>
    </dgm:pt>
    <dgm:pt modelId="{3C45377C-2E4D-4475-829A-3AFAD7500935}" type="parTrans" cxnId="{84978A7B-4B8B-4234-9895-C1571226DEB8}">
      <dgm:prSet/>
      <dgm:spPr/>
      <dgm:t>
        <a:bodyPr/>
        <a:lstStyle/>
        <a:p>
          <a:endParaRPr lang="en-US"/>
        </a:p>
      </dgm:t>
    </dgm:pt>
    <dgm:pt modelId="{FEC46C80-CA21-432D-8088-D28E36A93E04}" type="sibTrans" cxnId="{84978A7B-4B8B-4234-9895-C1571226DEB8}">
      <dgm:prSet/>
      <dgm:spPr/>
      <dgm:t>
        <a:bodyPr/>
        <a:lstStyle/>
        <a:p>
          <a:endParaRPr lang="en-US"/>
        </a:p>
      </dgm:t>
    </dgm:pt>
    <dgm:pt modelId="{EB8600F1-DE0C-482D-9D96-86C3C483DE30}">
      <dgm:prSet/>
      <dgm:spPr/>
      <dgm:t>
        <a:bodyPr/>
        <a:lstStyle/>
        <a:p>
          <a:r>
            <a:rPr lang="en-IN" dirty="0"/>
            <a:t>Pending study tasks </a:t>
          </a:r>
          <a:endParaRPr lang="en-US" dirty="0"/>
        </a:p>
      </dgm:t>
    </dgm:pt>
    <dgm:pt modelId="{5915637C-BE28-437A-852B-FFF85E33164C}" type="parTrans" cxnId="{B6ADCC56-7E9C-4EC2-8520-EB45DDF79320}">
      <dgm:prSet/>
      <dgm:spPr/>
      <dgm:t>
        <a:bodyPr/>
        <a:lstStyle/>
        <a:p>
          <a:endParaRPr lang="en-US"/>
        </a:p>
      </dgm:t>
    </dgm:pt>
    <dgm:pt modelId="{31E9C4DA-5F78-43D5-AF8D-90B56EA282E7}" type="sibTrans" cxnId="{B6ADCC56-7E9C-4EC2-8520-EB45DDF79320}">
      <dgm:prSet/>
      <dgm:spPr/>
      <dgm:t>
        <a:bodyPr/>
        <a:lstStyle/>
        <a:p>
          <a:endParaRPr lang="en-US"/>
        </a:p>
      </dgm:t>
    </dgm:pt>
    <dgm:pt modelId="{64C4AA72-DE9B-47DC-9D81-F51981793387}">
      <dgm:prSet/>
      <dgm:spPr/>
      <dgm:t>
        <a:bodyPr/>
        <a:lstStyle/>
        <a:p>
          <a:r>
            <a:rPr lang="en-IN" dirty="0"/>
            <a:t>Study topics and their completion status </a:t>
          </a:r>
          <a:endParaRPr lang="en-US" dirty="0"/>
        </a:p>
      </dgm:t>
    </dgm:pt>
    <dgm:pt modelId="{4583FCF8-8B06-4A90-9367-3CE2CACA14E9}" type="parTrans" cxnId="{D0315BD3-07BB-461B-9F49-065BB6146858}">
      <dgm:prSet/>
      <dgm:spPr/>
      <dgm:t>
        <a:bodyPr/>
        <a:lstStyle/>
        <a:p>
          <a:endParaRPr lang="en-US"/>
        </a:p>
      </dgm:t>
    </dgm:pt>
    <dgm:pt modelId="{C5307B61-E23A-4E2D-9DD6-6585064C81D0}" type="sibTrans" cxnId="{D0315BD3-07BB-461B-9F49-065BB6146858}">
      <dgm:prSet/>
      <dgm:spPr/>
      <dgm:t>
        <a:bodyPr/>
        <a:lstStyle/>
        <a:p>
          <a:endParaRPr lang="en-US"/>
        </a:p>
      </dgm:t>
    </dgm:pt>
    <dgm:pt modelId="{8C8E8AC2-B607-4AE6-876E-B7F3D3347CF7}">
      <dgm:prSet/>
      <dgm:spPr/>
      <dgm:t>
        <a:bodyPr/>
        <a:lstStyle/>
        <a:p>
          <a:r>
            <a:rPr lang="en-IN" dirty="0"/>
            <a:t>Recently studied topics </a:t>
          </a:r>
          <a:endParaRPr lang="en-US" dirty="0"/>
        </a:p>
      </dgm:t>
    </dgm:pt>
    <dgm:pt modelId="{10595A95-E158-4401-830E-DC2923C65C75}" type="parTrans" cxnId="{EEF38E68-0289-4279-A04A-A5BB279F2117}">
      <dgm:prSet/>
      <dgm:spPr/>
      <dgm:t>
        <a:bodyPr/>
        <a:lstStyle/>
        <a:p>
          <a:endParaRPr lang="en-US"/>
        </a:p>
      </dgm:t>
    </dgm:pt>
    <dgm:pt modelId="{D0F01080-90E0-491F-9D44-7D98AE966641}" type="sibTrans" cxnId="{EEF38E68-0289-4279-A04A-A5BB279F2117}">
      <dgm:prSet/>
      <dgm:spPr/>
      <dgm:t>
        <a:bodyPr/>
        <a:lstStyle/>
        <a:p>
          <a:endParaRPr lang="en-US"/>
        </a:p>
      </dgm:t>
    </dgm:pt>
    <dgm:pt modelId="{D417C2D9-B05C-469D-B8D1-8053FE0278B0}">
      <dgm:prSet/>
      <dgm:spPr/>
      <dgm:t>
        <a:bodyPr/>
        <a:lstStyle/>
        <a:p>
          <a:r>
            <a:rPr lang="en-IN" dirty="0"/>
            <a:t>Topic prerequisites </a:t>
          </a:r>
          <a:endParaRPr lang="en-US" dirty="0"/>
        </a:p>
      </dgm:t>
    </dgm:pt>
    <dgm:pt modelId="{E385003F-CE30-4576-A0B2-B85F78096ECF}" type="parTrans" cxnId="{9513DE66-BDB0-473C-BCE2-00532F99002C}">
      <dgm:prSet/>
      <dgm:spPr/>
      <dgm:t>
        <a:bodyPr/>
        <a:lstStyle/>
        <a:p>
          <a:endParaRPr lang="en-US"/>
        </a:p>
      </dgm:t>
    </dgm:pt>
    <dgm:pt modelId="{9391530E-6929-4EB2-AC6E-BA383C5B6426}" type="sibTrans" cxnId="{9513DE66-BDB0-473C-BCE2-00532F99002C}">
      <dgm:prSet/>
      <dgm:spPr/>
      <dgm:t>
        <a:bodyPr/>
        <a:lstStyle/>
        <a:p>
          <a:endParaRPr lang="en-US"/>
        </a:p>
      </dgm:t>
    </dgm:pt>
    <dgm:pt modelId="{734EB3E0-6876-4888-826C-1367EC61686C}" type="pres">
      <dgm:prSet presAssocID="{3573CBC4-CE03-46F2-86C9-92F0478B6416}" presName="diagram" presStyleCnt="0">
        <dgm:presLayoutVars>
          <dgm:dir/>
          <dgm:resizeHandles val="exact"/>
        </dgm:presLayoutVars>
      </dgm:prSet>
      <dgm:spPr/>
    </dgm:pt>
    <dgm:pt modelId="{0FF019B9-DC15-4D7F-B203-D80980FC19B4}" type="pres">
      <dgm:prSet presAssocID="{519A7E6E-9F24-41A7-82C0-0628763D0735}" presName="node" presStyleLbl="node1" presStyleIdx="0" presStyleCnt="8">
        <dgm:presLayoutVars>
          <dgm:bulletEnabled val="1"/>
        </dgm:presLayoutVars>
      </dgm:prSet>
      <dgm:spPr/>
    </dgm:pt>
    <dgm:pt modelId="{79D63A87-AB8D-4E5C-B320-C04DC61AEDBB}" type="pres">
      <dgm:prSet presAssocID="{855A4033-6DB0-4588-896C-6A3334EAFFC8}" presName="sibTrans" presStyleCnt="0"/>
      <dgm:spPr/>
    </dgm:pt>
    <dgm:pt modelId="{7E6E4323-652B-4524-B628-6EF4452A747B}" type="pres">
      <dgm:prSet presAssocID="{444E13EE-987C-4BE6-927F-8459379EFD82}" presName="node" presStyleLbl="node1" presStyleIdx="1" presStyleCnt="8">
        <dgm:presLayoutVars>
          <dgm:bulletEnabled val="1"/>
        </dgm:presLayoutVars>
      </dgm:prSet>
      <dgm:spPr/>
    </dgm:pt>
    <dgm:pt modelId="{492C4CE1-AF10-4800-B443-9263BFAAD0F3}" type="pres">
      <dgm:prSet presAssocID="{A97B935A-A89D-4078-8652-8DDD04A66D6C}" presName="sibTrans" presStyleCnt="0"/>
      <dgm:spPr/>
    </dgm:pt>
    <dgm:pt modelId="{3D01FC95-D04E-45C2-951C-A4FC7A2B8498}" type="pres">
      <dgm:prSet presAssocID="{7AFE4D42-0C55-428E-AE3F-29B1268582EE}" presName="node" presStyleLbl="node1" presStyleIdx="2" presStyleCnt="8">
        <dgm:presLayoutVars>
          <dgm:bulletEnabled val="1"/>
        </dgm:presLayoutVars>
      </dgm:prSet>
      <dgm:spPr/>
    </dgm:pt>
    <dgm:pt modelId="{AB9DCFCA-A25E-44EA-9442-AEF04B4AF84A}" type="pres">
      <dgm:prSet presAssocID="{D230B01C-ED16-4D6B-8F2B-D4E63230ECFA}" presName="sibTrans" presStyleCnt="0"/>
      <dgm:spPr/>
    </dgm:pt>
    <dgm:pt modelId="{467484F5-AA28-400B-A8D8-D1F006C970FD}" type="pres">
      <dgm:prSet presAssocID="{2F4BCE86-008C-4FB1-985A-68A81ECF0EDD}" presName="node" presStyleLbl="node1" presStyleIdx="3" presStyleCnt="8">
        <dgm:presLayoutVars>
          <dgm:bulletEnabled val="1"/>
        </dgm:presLayoutVars>
      </dgm:prSet>
      <dgm:spPr/>
    </dgm:pt>
    <dgm:pt modelId="{05ED51DC-3581-4917-BBC6-FFDBE4E1CE3E}" type="pres">
      <dgm:prSet presAssocID="{FEC46C80-CA21-432D-8088-D28E36A93E04}" presName="sibTrans" presStyleCnt="0"/>
      <dgm:spPr/>
    </dgm:pt>
    <dgm:pt modelId="{D28474B1-9B11-49C8-BDFE-E3DD989FC863}" type="pres">
      <dgm:prSet presAssocID="{EB8600F1-DE0C-482D-9D96-86C3C483DE30}" presName="node" presStyleLbl="node1" presStyleIdx="4" presStyleCnt="8">
        <dgm:presLayoutVars>
          <dgm:bulletEnabled val="1"/>
        </dgm:presLayoutVars>
      </dgm:prSet>
      <dgm:spPr/>
    </dgm:pt>
    <dgm:pt modelId="{0BB64421-34A9-433C-8066-583C52D5F4FD}" type="pres">
      <dgm:prSet presAssocID="{31E9C4DA-5F78-43D5-AF8D-90B56EA282E7}" presName="sibTrans" presStyleCnt="0"/>
      <dgm:spPr/>
    </dgm:pt>
    <dgm:pt modelId="{2AEE4FA7-6F83-4496-8205-C54958ED35FC}" type="pres">
      <dgm:prSet presAssocID="{64C4AA72-DE9B-47DC-9D81-F51981793387}" presName="node" presStyleLbl="node1" presStyleIdx="5" presStyleCnt="8">
        <dgm:presLayoutVars>
          <dgm:bulletEnabled val="1"/>
        </dgm:presLayoutVars>
      </dgm:prSet>
      <dgm:spPr/>
    </dgm:pt>
    <dgm:pt modelId="{5479DD19-169F-4B29-A9DC-0A1948C14334}" type="pres">
      <dgm:prSet presAssocID="{C5307B61-E23A-4E2D-9DD6-6585064C81D0}" presName="sibTrans" presStyleCnt="0"/>
      <dgm:spPr/>
    </dgm:pt>
    <dgm:pt modelId="{F102A1C2-6686-4F91-81B0-C1DB7A529303}" type="pres">
      <dgm:prSet presAssocID="{8C8E8AC2-B607-4AE6-876E-B7F3D3347CF7}" presName="node" presStyleLbl="node1" presStyleIdx="6" presStyleCnt="8">
        <dgm:presLayoutVars>
          <dgm:bulletEnabled val="1"/>
        </dgm:presLayoutVars>
      </dgm:prSet>
      <dgm:spPr/>
    </dgm:pt>
    <dgm:pt modelId="{53F8DB26-1E6F-46D7-B155-A290825D301E}" type="pres">
      <dgm:prSet presAssocID="{D0F01080-90E0-491F-9D44-7D98AE966641}" presName="sibTrans" presStyleCnt="0"/>
      <dgm:spPr/>
    </dgm:pt>
    <dgm:pt modelId="{0246358C-BA0C-4BCE-B66F-4E022A23935B}" type="pres">
      <dgm:prSet presAssocID="{D417C2D9-B05C-469D-B8D1-8053FE0278B0}" presName="node" presStyleLbl="node1" presStyleIdx="7" presStyleCnt="8">
        <dgm:presLayoutVars>
          <dgm:bulletEnabled val="1"/>
        </dgm:presLayoutVars>
      </dgm:prSet>
      <dgm:spPr/>
    </dgm:pt>
  </dgm:ptLst>
  <dgm:cxnLst>
    <dgm:cxn modelId="{D25DD506-D4AC-4B2F-99B0-2B733168766C}" type="presOf" srcId="{64C4AA72-DE9B-47DC-9D81-F51981793387}" destId="{2AEE4FA7-6F83-4496-8205-C54958ED35FC}" srcOrd="0" destOrd="0" presId="urn:microsoft.com/office/officeart/2005/8/layout/default"/>
    <dgm:cxn modelId="{7CCAB131-52FF-4B51-AB08-795F43A5AB77}" type="presOf" srcId="{8C8E8AC2-B607-4AE6-876E-B7F3D3347CF7}" destId="{F102A1C2-6686-4F91-81B0-C1DB7A529303}" srcOrd="0" destOrd="0" presId="urn:microsoft.com/office/officeart/2005/8/layout/default"/>
    <dgm:cxn modelId="{61D69841-A5AC-4934-B63D-DA3848ED81DE}" type="presOf" srcId="{D417C2D9-B05C-469D-B8D1-8053FE0278B0}" destId="{0246358C-BA0C-4BCE-B66F-4E022A23935B}" srcOrd="0" destOrd="0" presId="urn:microsoft.com/office/officeart/2005/8/layout/default"/>
    <dgm:cxn modelId="{9513DE66-BDB0-473C-BCE2-00532F99002C}" srcId="{3573CBC4-CE03-46F2-86C9-92F0478B6416}" destId="{D417C2D9-B05C-469D-B8D1-8053FE0278B0}" srcOrd="7" destOrd="0" parTransId="{E385003F-CE30-4576-A0B2-B85F78096ECF}" sibTransId="{9391530E-6929-4EB2-AC6E-BA383C5B6426}"/>
    <dgm:cxn modelId="{EEF38E68-0289-4279-A04A-A5BB279F2117}" srcId="{3573CBC4-CE03-46F2-86C9-92F0478B6416}" destId="{8C8E8AC2-B607-4AE6-876E-B7F3D3347CF7}" srcOrd="6" destOrd="0" parTransId="{10595A95-E158-4401-830E-DC2923C65C75}" sibTransId="{D0F01080-90E0-491F-9D44-7D98AE966641}"/>
    <dgm:cxn modelId="{986A4370-84FB-40CD-9FDE-9FE9BCC8BA8A}" type="presOf" srcId="{7AFE4D42-0C55-428E-AE3F-29B1268582EE}" destId="{3D01FC95-D04E-45C2-951C-A4FC7A2B8498}" srcOrd="0" destOrd="0" presId="urn:microsoft.com/office/officeart/2005/8/layout/default"/>
    <dgm:cxn modelId="{B6ADCC56-7E9C-4EC2-8520-EB45DDF79320}" srcId="{3573CBC4-CE03-46F2-86C9-92F0478B6416}" destId="{EB8600F1-DE0C-482D-9D96-86C3C483DE30}" srcOrd="4" destOrd="0" parTransId="{5915637C-BE28-437A-852B-FFF85E33164C}" sibTransId="{31E9C4DA-5F78-43D5-AF8D-90B56EA282E7}"/>
    <dgm:cxn modelId="{A07B0858-1837-44F8-ACC8-4AA367C3B139}" srcId="{3573CBC4-CE03-46F2-86C9-92F0478B6416}" destId="{519A7E6E-9F24-41A7-82C0-0628763D0735}" srcOrd="0" destOrd="0" parTransId="{9397A539-7897-445C-A394-F222CDC81787}" sibTransId="{855A4033-6DB0-4588-896C-6A3334EAFFC8}"/>
    <dgm:cxn modelId="{84978A7B-4B8B-4234-9895-C1571226DEB8}" srcId="{3573CBC4-CE03-46F2-86C9-92F0478B6416}" destId="{2F4BCE86-008C-4FB1-985A-68A81ECF0EDD}" srcOrd="3" destOrd="0" parTransId="{3C45377C-2E4D-4475-829A-3AFAD7500935}" sibTransId="{FEC46C80-CA21-432D-8088-D28E36A93E04}"/>
    <dgm:cxn modelId="{BF595A86-83FA-4020-99C2-0E511AAAEE85}" type="presOf" srcId="{519A7E6E-9F24-41A7-82C0-0628763D0735}" destId="{0FF019B9-DC15-4D7F-B203-D80980FC19B4}" srcOrd="0" destOrd="0" presId="urn:microsoft.com/office/officeart/2005/8/layout/default"/>
    <dgm:cxn modelId="{F8394B8C-8C3D-4DD0-8D08-8A53E3B12FD8}" srcId="{3573CBC4-CE03-46F2-86C9-92F0478B6416}" destId="{444E13EE-987C-4BE6-927F-8459379EFD82}" srcOrd="1" destOrd="0" parTransId="{8AF4A15D-FC4D-42DF-A10D-3452F1644F28}" sibTransId="{A97B935A-A89D-4078-8652-8DDD04A66D6C}"/>
    <dgm:cxn modelId="{A1CF2497-B1C7-4FEE-952B-A2436DE6EC93}" type="presOf" srcId="{EB8600F1-DE0C-482D-9D96-86C3C483DE30}" destId="{D28474B1-9B11-49C8-BDFE-E3DD989FC863}" srcOrd="0" destOrd="0" presId="urn:microsoft.com/office/officeart/2005/8/layout/default"/>
    <dgm:cxn modelId="{D49C2E9D-2D04-464F-BAEB-67C9EDD4845F}" srcId="{3573CBC4-CE03-46F2-86C9-92F0478B6416}" destId="{7AFE4D42-0C55-428E-AE3F-29B1268582EE}" srcOrd="2" destOrd="0" parTransId="{46DDF0E7-6ED0-4B48-A242-D92C49EA1170}" sibTransId="{D230B01C-ED16-4D6B-8F2B-D4E63230ECFA}"/>
    <dgm:cxn modelId="{B183D0A1-3CC6-403F-BF1D-06FBCE6F7518}" type="presOf" srcId="{3573CBC4-CE03-46F2-86C9-92F0478B6416}" destId="{734EB3E0-6876-4888-826C-1367EC61686C}" srcOrd="0" destOrd="0" presId="urn:microsoft.com/office/officeart/2005/8/layout/default"/>
    <dgm:cxn modelId="{6FF39AA6-0FF1-4EF5-BF89-9F779825D99D}" type="presOf" srcId="{2F4BCE86-008C-4FB1-985A-68A81ECF0EDD}" destId="{467484F5-AA28-400B-A8D8-D1F006C970FD}" srcOrd="0" destOrd="0" presId="urn:microsoft.com/office/officeart/2005/8/layout/default"/>
    <dgm:cxn modelId="{699439B3-DE45-4967-8927-EA0C8AF95697}" type="presOf" srcId="{444E13EE-987C-4BE6-927F-8459379EFD82}" destId="{7E6E4323-652B-4524-B628-6EF4452A747B}" srcOrd="0" destOrd="0" presId="urn:microsoft.com/office/officeart/2005/8/layout/default"/>
    <dgm:cxn modelId="{D0315BD3-07BB-461B-9F49-065BB6146858}" srcId="{3573CBC4-CE03-46F2-86C9-92F0478B6416}" destId="{64C4AA72-DE9B-47DC-9D81-F51981793387}" srcOrd="5" destOrd="0" parTransId="{4583FCF8-8B06-4A90-9367-3CE2CACA14E9}" sibTransId="{C5307B61-E23A-4E2D-9DD6-6585064C81D0}"/>
    <dgm:cxn modelId="{540B9758-1B36-4313-8A94-ECF89CF594D2}" type="presParOf" srcId="{734EB3E0-6876-4888-826C-1367EC61686C}" destId="{0FF019B9-DC15-4D7F-B203-D80980FC19B4}" srcOrd="0" destOrd="0" presId="urn:microsoft.com/office/officeart/2005/8/layout/default"/>
    <dgm:cxn modelId="{04240189-F3A7-4F8D-82F2-188A194C013F}" type="presParOf" srcId="{734EB3E0-6876-4888-826C-1367EC61686C}" destId="{79D63A87-AB8D-4E5C-B320-C04DC61AEDBB}" srcOrd="1" destOrd="0" presId="urn:microsoft.com/office/officeart/2005/8/layout/default"/>
    <dgm:cxn modelId="{ACAC8A2B-58C8-42EA-BE64-CE7C34075972}" type="presParOf" srcId="{734EB3E0-6876-4888-826C-1367EC61686C}" destId="{7E6E4323-652B-4524-B628-6EF4452A747B}" srcOrd="2" destOrd="0" presId="urn:microsoft.com/office/officeart/2005/8/layout/default"/>
    <dgm:cxn modelId="{8F72FB9C-7073-4480-BC1C-03F426C2493D}" type="presParOf" srcId="{734EB3E0-6876-4888-826C-1367EC61686C}" destId="{492C4CE1-AF10-4800-B443-9263BFAAD0F3}" srcOrd="3" destOrd="0" presId="urn:microsoft.com/office/officeart/2005/8/layout/default"/>
    <dgm:cxn modelId="{29B964D2-C8BB-4B0C-BF07-A7E762A72BFD}" type="presParOf" srcId="{734EB3E0-6876-4888-826C-1367EC61686C}" destId="{3D01FC95-D04E-45C2-951C-A4FC7A2B8498}" srcOrd="4" destOrd="0" presId="urn:microsoft.com/office/officeart/2005/8/layout/default"/>
    <dgm:cxn modelId="{08AA9CCF-D7A1-4843-B613-943FC3A5B235}" type="presParOf" srcId="{734EB3E0-6876-4888-826C-1367EC61686C}" destId="{AB9DCFCA-A25E-44EA-9442-AEF04B4AF84A}" srcOrd="5" destOrd="0" presId="urn:microsoft.com/office/officeart/2005/8/layout/default"/>
    <dgm:cxn modelId="{FC82975D-F364-49D9-9AEE-C9ED81AE28B4}" type="presParOf" srcId="{734EB3E0-6876-4888-826C-1367EC61686C}" destId="{467484F5-AA28-400B-A8D8-D1F006C970FD}" srcOrd="6" destOrd="0" presId="urn:microsoft.com/office/officeart/2005/8/layout/default"/>
    <dgm:cxn modelId="{C714C604-40D8-4353-8516-7B241F7A9344}" type="presParOf" srcId="{734EB3E0-6876-4888-826C-1367EC61686C}" destId="{05ED51DC-3581-4917-BBC6-FFDBE4E1CE3E}" srcOrd="7" destOrd="0" presId="urn:microsoft.com/office/officeart/2005/8/layout/default"/>
    <dgm:cxn modelId="{0AE3AC6D-393F-490F-B762-BBE35CFF28E5}" type="presParOf" srcId="{734EB3E0-6876-4888-826C-1367EC61686C}" destId="{D28474B1-9B11-49C8-BDFE-E3DD989FC863}" srcOrd="8" destOrd="0" presId="urn:microsoft.com/office/officeart/2005/8/layout/default"/>
    <dgm:cxn modelId="{8F243B08-129C-450F-9059-7C5C1DD150DB}" type="presParOf" srcId="{734EB3E0-6876-4888-826C-1367EC61686C}" destId="{0BB64421-34A9-433C-8066-583C52D5F4FD}" srcOrd="9" destOrd="0" presId="urn:microsoft.com/office/officeart/2005/8/layout/default"/>
    <dgm:cxn modelId="{666DBB38-D1B5-4ED0-91B8-E5F05286351E}" type="presParOf" srcId="{734EB3E0-6876-4888-826C-1367EC61686C}" destId="{2AEE4FA7-6F83-4496-8205-C54958ED35FC}" srcOrd="10" destOrd="0" presId="urn:microsoft.com/office/officeart/2005/8/layout/default"/>
    <dgm:cxn modelId="{4BD137E4-593B-4F0B-9B8E-502A947991C4}" type="presParOf" srcId="{734EB3E0-6876-4888-826C-1367EC61686C}" destId="{5479DD19-169F-4B29-A9DC-0A1948C14334}" srcOrd="11" destOrd="0" presId="urn:microsoft.com/office/officeart/2005/8/layout/default"/>
    <dgm:cxn modelId="{1669EBAE-1628-4BBC-A431-35AE412F402F}" type="presParOf" srcId="{734EB3E0-6876-4888-826C-1367EC61686C}" destId="{F102A1C2-6686-4F91-81B0-C1DB7A529303}" srcOrd="12" destOrd="0" presId="urn:microsoft.com/office/officeart/2005/8/layout/default"/>
    <dgm:cxn modelId="{26FE6057-3847-467D-B570-604075C0CB2F}" type="presParOf" srcId="{734EB3E0-6876-4888-826C-1367EC61686C}" destId="{53F8DB26-1E6F-46D7-B155-A290825D301E}" srcOrd="13" destOrd="0" presId="urn:microsoft.com/office/officeart/2005/8/layout/default"/>
    <dgm:cxn modelId="{04D9306B-6A38-440C-9272-019A96DEEF9A}" type="presParOf" srcId="{734EB3E0-6876-4888-826C-1367EC61686C}" destId="{0246358C-BA0C-4BCE-B66F-4E022A23935B}" srcOrd="1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6C2C9E3-3188-494E-BD2C-9FFDBCC3F380}" type="doc">
      <dgm:prSet loTypeId="urn:microsoft.com/office/officeart/2005/8/layout/bProcess3" loCatId="process" qsTypeId="urn:microsoft.com/office/officeart/2005/8/quickstyle/simple1#2" qsCatId="simple" csTypeId="urn:microsoft.com/office/officeart/2005/8/colors/colorful1#2" csCatId="colorful" phldr="1"/>
      <dgm:spPr/>
      <dgm:t>
        <a:bodyPr/>
        <a:lstStyle/>
        <a:p>
          <a:endParaRPr lang="en-GB"/>
        </a:p>
      </dgm:t>
    </dgm:pt>
    <dgm:pt modelId="{666D711B-9713-492D-BAEE-B5835E827614}">
      <dgm:prSet phldrT="[Text]" phldr="0"/>
      <dgm:spPr/>
      <dgm:t>
        <a:bodyPr/>
        <a:lstStyle/>
        <a:p>
          <a:pPr rtl="0"/>
          <a:r>
            <a:rPr lang="en-IN" dirty="0">
              <a:latin typeface="Calibri"/>
              <a:ea typeface="Calibri"/>
              <a:cs typeface="Calibri"/>
            </a:rPr>
            <a:t>Student Input</a:t>
          </a:r>
          <a:endParaRPr lang="en-GB" dirty="0">
            <a:latin typeface="Calibri"/>
            <a:ea typeface="Calibri"/>
            <a:cs typeface="Calibri"/>
          </a:endParaRPr>
        </a:p>
      </dgm:t>
    </dgm:pt>
    <dgm:pt modelId="{B380AE65-52CC-4468-BF5C-39FC0EE174F6}" type="parTrans" cxnId="{A6E49570-719C-465F-B344-E056482FF6B5}">
      <dgm:prSet/>
      <dgm:spPr/>
    </dgm:pt>
    <dgm:pt modelId="{10C608FF-742C-483D-8CD3-2D59B1388186}" type="sibTrans" cxnId="{A6E49570-719C-465F-B344-E056482FF6B5}">
      <dgm:prSet/>
      <dgm:spPr/>
      <dgm:t>
        <a:bodyPr/>
        <a:lstStyle/>
        <a:p>
          <a:endParaRPr lang="en-GB"/>
        </a:p>
      </dgm:t>
    </dgm:pt>
    <dgm:pt modelId="{F620E171-F1A0-409F-945A-87ED84D0DAB0}">
      <dgm:prSet phldrT="[Text]" phldr="0"/>
      <dgm:spPr/>
      <dgm:t>
        <a:bodyPr/>
        <a:lstStyle/>
        <a:p>
          <a:r>
            <a:rPr lang="en-IN" dirty="0">
              <a:latin typeface="Calibri"/>
              <a:ea typeface="Calibri"/>
              <a:cs typeface="Calibri"/>
            </a:rPr>
            <a:t>Academic Data Collection</a:t>
          </a:r>
          <a:endParaRPr lang="en-GB" dirty="0">
            <a:latin typeface="Calibri"/>
            <a:ea typeface="Calibri"/>
            <a:cs typeface="Calibri"/>
          </a:endParaRPr>
        </a:p>
      </dgm:t>
    </dgm:pt>
    <dgm:pt modelId="{81160198-51BE-4C61-A99D-FE05D46F8975}" type="parTrans" cxnId="{F130138A-8F38-4B28-8473-65568CE6A0A3}">
      <dgm:prSet/>
      <dgm:spPr/>
    </dgm:pt>
    <dgm:pt modelId="{A3146357-572F-45F6-8551-8066B2F77FCC}" type="sibTrans" cxnId="{F130138A-8F38-4B28-8473-65568CE6A0A3}">
      <dgm:prSet/>
      <dgm:spPr/>
      <dgm:t>
        <a:bodyPr/>
        <a:lstStyle/>
        <a:p>
          <a:endParaRPr lang="en-GB"/>
        </a:p>
      </dgm:t>
    </dgm:pt>
    <dgm:pt modelId="{7D0D613C-F79B-4663-853A-408081D7F9C4}">
      <dgm:prSet phldrT="[Text]" phldr="0"/>
      <dgm:spPr/>
      <dgm:t>
        <a:bodyPr/>
        <a:lstStyle/>
        <a:p>
          <a:r>
            <a:rPr lang="en-IN" dirty="0">
              <a:latin typeface="Calibri"/>
              <a:ea typeface="Calibri"/>
              <a:cs typeface="Calibri"/>
            </a:rPr>
            <a:t>Data Storage</a:t>
          </a:r>
          <a:endParaRPr lang="en-GB" dirty="0">
            <a:latin typeface="Calibri"/>
            <a:ea typeface="Calibri"/>
            <a:cs typeface="Calibri"/>
          </a:endParaRPr>
        </a:p>
      </dgm:t>
    </dgm:pt>
    <dgm:pt modelId="{005E8900-9F2A-4F9C-A135-53F1117300B0}" type="parTrans" cxnId="{7A8E2E73-3526-433E-AECF-DFAEE09779BD}">
      <dgm:prSet/>
      <dgm:spPr/>
    </dgm:pt>
    <dgm:pt modelId="{84D54967-51CC-4EAE-9D38-2983D461671A}" type="sibTrans" cxnId="{7A8E2E73-3526-433E-AECF-DFAEE09779BD}">
      <dgm:prSet/>
      <dgm:spPr/>
      <dgm:t>
        <a:bodyPr/>
        <a:lstStyle/>
        <a:p>
          <a:endParaRPr lang="en-GB"/>
        </a:p>
      </dgm:t>
    </dgm:pt>
    <dgm:pt modelId="{B4B3C074-EA23-4209-B1D5-4BDB5AE29B04}">
      <dgm:prSet phldrT="[Text]" phldr="0"/>
      <dgm:spPr/>
      <dgm:t>
        <a:bodyPr/>
        <a:lstStyle/>
        <a:p>
          <a:r>
            <a:rPr lang="en-IN" dirty="0">
              <a:latin typeface="Calibri"/>
              <a:ea typeface="Calibri"/>
              <a:cs typeface="Calibri"/>
            </a:rPr>
            <a:t>DSA-Based Processing</a:t>
          </a:r>
          <a:endParaRPr lang="en-GB" dirty="0">
            <a:latin typeface="Calibri"/>
            <a:ea typeface="Calibri"/>
            <a:cs typeface="Calibri"/>
          </a:endParaRPr>
        </a:p>
      </dgm:t>
    </dgm:pt>
    <dgm:pt modelId="{594C0A23-61FF-48D2-AF2B-1369F9C68F56}" type="parTrans" cxnId="{F982E1A2-0CDF-4DBB-B712-10C5F7975D86}">
      <dgm:prSet/>
      <dgm:spPr/>
    </dgm:pt>
    <dgm:pt modelId="{71CF682D-EA27-4171-AC8E-335AF816253E}" type="sibTrans" cxnId="{F982E1A2-0CDF-4DBB-B712-10C5F7975D86}">
      <dgm:prSet/>
      <dgm:spPr/>
      <dgm:t>
        <a:bodyPr/>
        <a:lstStyle/>
        <a:p>
          <a:endParaRPr lang="en-GB"/>
        </a:p>
      </dgm:t>
    </dgm:pt>
    <dgm:pt modelId="{5449F492-C20C-4C8E-8731-1E30A36B68D2}">
      <dgm:prSet phldrT="[Text]" phldr="0"/>
      <dgm:spPr/>
      <dgm:t>
        <a:bodyPr/>
        <a:lstStyle/>
        <a:p>
          <a:r>
            <a:rPr lang="en-IN" dirty="0">
              <a:latin typeface="Calibri"/>
              <a:ea typeface="Calibri"/>
              <a:cs typeface="Calibri"/>
            </a:rPr>
            <a:t>Academic Analysis</a:t>
          </a:r>
          <a:endParaRPr lang="en-GB" dirty="0">
            <a:latin typeface="Calibri"/>
            <a:ea typeface="Calibri"/>
            <a:cs typeface="Calibri"/>
          </a:endParaRPr>
        </a:p>
      </dgm:t>
    </dgm:pt>
    <dgm:pt modelId="{ADA1DAED-62D9-4765-BD9B-86DB51444910}" type="parTrans" cxnId="{8589C92B-C02D-42A4-85C0-551256D7FE59}">
      <dgm:prSet/>
      <dgm:spPr/>
    </dgm:pt>
    <dgm:pt modelId="{D17C6084-30AA-4CAB-9DAB-A3C5D5FD53C8}" type="sibTrans" cxnId="{8589C92B-C02D-42A4-85C0-551256D7FE59}">
      <dgm:prSet/>
      <dgm:spPr/>
      <dgm:t>
        <a:bodyPr/>
        <a:lstStyle/>
        <a:p>
          <a:endParaRPr lang="en-GB"/>
        </a:p>
      </dgm:t>
    </dgm:pt>
    <dgm:pt modelId="{95AD8400-763E-4D70-B387-F7057C912110}">
      <dgm:prSet phldrT="[Text]" phldr="0"/>
      <dgm:spPr/>
      <dgm:t>
        <a:bodyPr/>
        <a:lstStyle/>
        <a:p>
          <a:r>
            <a:rPr lang="en-IN" dirty="0">
              <a:latin typeface="Calibri"/>
              <a:ea typeface="Calibri"/>
              <a:cs typeface="Calibri"/>
            </a:rPr>
            <a:t>Rule-Based Recommendations</a:t>
          </a:r>
          <a:endParaRPr lang="en-GB" dirty="0">
            <a:latin typeface="Calibri"/>
            <a:ea typeface="Calibri"/>
            <a:cs typeface="Calibri"/>
          </a:endParaRPr>
        </a:p>
      </dgm:t>
    </dgm:pt>
    <dgm:pt modelId="{2EE138C1-009D-4824-A7A3-D67F6637045F}" type="parTrans" cxnId="{ABB22D79-212D-4C58-9961-DBC47B902B1C}">
      <dgm:prSet/>
      <dgm:spPr/>
    </dgm:pt>
    <dgm:pt modelId="{B1659402-33E2-405C-AAC0-66FF3AC228F4}" type="sibTrans" cxnId="{ABB22D79-212D-4C58-9961-DBC47B902B1C}">
      <dgm:prSet/>
      <dgm:spPr/>
      <dgm:t>
        <a:bodyPr/>
        <a:lstStyle/>
        <a:p>
          <a:endParaRPr lang="en-GB"/>
        </a:p>
      </dgm:t>
    </dgm:pt>
    <dgm:pt modelId="{4BF32DBA-3349-44A6-8DDB-B5488C58D1BE}">
      <dgm:prSet phldrT="[Text]" phldr="0"/>
      <dgm:spPr/>
      <dgm:t>
        <a:bodyPr/>
        <a:lstStyle/>
        <a:p>
          <a:r>
            <a:rPr lang="en-IN" dirty="0">
              <a:latin typeface="Calibri"/>
              <a:ea typeface="Calibri"/>
              <a:cs typeface="Calibri"/>
            </a:rPr>
            <a:t>Dashboard / Results</a:t>
          </a:r>
          <a:endParaRPr lang="en-GB" dirty="0">
            <a:latin typeface="Calibri"/>
            <a:ea typeface="Calibri"/>
            <a:cs typeface="Calibri"/>
          </a:endParaRPr>
        </a:p>
      </dgm:t>
    </dgm:pt>
    <dgm:pt modelId="{683F1D2D-DFBD-484E-A043-8659EC4A4B81}" type="parTrans" cxnId="{6429E09E-F71A-4E64-A40E-668A7EBE2B90}">
      <dgm:prSet/>
      <dgm:spPr/>
    </dgm:pt>
    <dgm:pt modelId="{735E0FDF-2397-4694-8AB5-4F706F55703E}" type="sibTrans" cxnId="{6429E09E-F71A-4E64-A40E-668A7EBE2B90}">
      <dgm:prSet/>
      <dgm:spPr/>
      <dgm:t>
        <a:bodyPr/>
        <a:lstStyle/>
        <a:p>
          <a:endParaRPr lang="en-GB"/>
        </a:p>
      </dgm:t>
    </dgm:pt>
    <dgm:pt modelId="{05E8D935-8083-4714-A9F4-1A2C71736D13}" type="pres">
      <dgm:prSet presAssocID="{D6C2C9E3-3188-494E-BD2C-9FFDBCC3F380}" presName="Name0" presStyleCnt="0">
        <dgm:presLayoutVars>
          <dgm:dir/>
          <dgm:resizeHandles val="exact"/>
        </dgm:presLayoutVars>
      </dgm:prSet>
      <dgm:spPr/>
    </dgm:pt>
    <dgm:pt modelId="{5D9CD884-ADDC-4CD9-8C88-4344B4166D07}" type="pres">
      <dgm:prSet presAssocID="{666D711B-9713-492D-BAEE-B5835E827614}" presName="node" presStyleLbl="node1" presStyleIdx="0" presStyleCnt="7">
        <dgm:presLayoutVars>
          <dgm:bulletEnabled val="1"/>
        </dgm:presLayoutVars>
      </dgm:prSet>
      <dgm:spPr/>
    </dgm:pt>
    <dgm:pt modelId="{506E7FED-24D7-40D2-B471-D16DC8DC8E27}" type="pres">
      <dgm:prSet presAssocID="{10C608FF-742C-483D-8CD3-2D59B1388186}" presName="sibTrans" presStyleLbl="sibTrans1D1" presStyleIdx="0" presStyleCnt="6"/>
      <dgm:spPr/>
    </dgm:pt>
    <dgm:pt modelId="{1F6644D1-3AA8-402A-BF3D-CDD4691F8AE0}" type="pres">
      <dgm:prSet presAssocID="{10C608FF-742C-483D-8CD3-2D59B1388186}" presName="connectorText" presStyleLbl="sibTrans1D1" presStyleIdx="0" presStyleCnt="6"/>
      <dgm:spPr/>
    </dgm:pt>
    <dgm:pt modelId="{E73681E7-8D48-4F01-BC5D-A67F5EC47543}" type="pres">
      <dgm:prSet presAssocID="{F620E171-F1A0-409F-945A-87ED84D0DAB0}" presName="node" presStyleLbl="node1" presStyleIdx="1" presStyleCnt="7">
        <dgm:presLayoutVars>
          <dgm:bulletEnabled val="1"/>
        </dgm:presLayoutVars>
      </dgm:prSet>
      <dgm:spPr/>
    </dgm:pt>
    <dgm:pt modelId="{CE61A6C7-50DA-4EC5-8465-AEC712DD979B}" type="pres">
      <dgm:prSet presAssocID="{A3146357-572F-45F6-8551-8066B2F77FCC}" presName="sibTrans" presStyleLbl="sibTrans1D1" presStyleIdx="1" presStyleCnt="6"/>
      <dgm:spPr/>
    </dgm:pt>
    <dgm:pt modelId="{3964777B-49D6-41A9-965E-DADDCB880F16}" type="pres">
      <dgm:prSet presAssocID="{A3146357-572F-45F6-8551-8066B2F77FCC}" presName="connectorText" presStyleLbl="sibTrans1D1" presStyleIdx="1" presStyleCnt="6"/>
      <dgm:spPr/>
    </dgm:pt>
    <dgm:pt modelId="{46DD5DA2-3278-4943-957D-559614DF3452}" type="pres">
      <dgm:prSet presAssocID="{7D0D613C-F79B-4663-853A-408081D7F9C4}" presName="node" presStyleLbl="node1" presStyleIdx="2" presStyleCnt="7">
        <dgm:presLayoutVars>
          <dgm:bulletEnabled val="1"/>
        </dgm:presLayoutVars>
      </dgm:prSet>
      <dgm:spPr/>
    </dgm:pt>
    <dgm:pt modelId="{0D84EE88-BE7D-4F6E-A705-E8A57B1AA870}" type="pres">
      <dgm:prSet presAssocID="{84D54967-51CC-4EAE-9D38-2983D461671A}" presName="sibTrans" presStyleLbl="sibTrans1D1" presStyleIdx="2" presStyleCnt="6"/>
      <dgm:spPr/>
    </dgm:pt>
    <dgm:pt modelId="{56A8D010-B97E-48EF-9EA2-9BCF5A90907E}" type="pres">
      <dgm:prSet presAssocID="{84D54967-51CC-4EAE-9D38-2983D461671A}" presName="connectorText" presStyleLbl="sibTrans1D1" presStyleIdx="2" presStyleCnt="6"/>
      <dgm:spPr/>
    </dgm:pt>
    <dgm:pt modelId="{F8476C86-F599-4879-98C9-CC1ED5FDEA0F}" type="pres">
      <dgm:prSet presAssocID="{B4B3C074-EA23-4209-B1D5-4BDB5AE29B04}" presName="node" presStyleLbl="node1" presStyleIdx="3" presStyleCnt="7">
        <dgm:presLayoutVars>
          <dgm:bulletEnabled val="1"/>
        </dgm:presLayoutVars>
      </dgm:prSet>
      <dgm:spPr/>
    </dgm:pt>
    <dgm:pt modelId="{7FEDFBBA-6B1D-459E-9650-BF622D0ACAD8}" type="pres">
      <dgm:prSet presAssocID="{71CF682D-EA27-4171-AC8E-335AF816253E}" presName="sibTrans" presStyleLbl="sibTrans1D1" presStyleIdx="3" presStyleCnt="6"/>
      <dgm:spPr/>
    </dgm:pt>
    <dgm:pt modelId="{7D028EAA-E4BA-4963-96A6-3232FA18D2B1}" type="pres">
      <dgm:prSet presAssocID="{71CF682D-EA27-4171-AC8E-335AF816253E}" presName="connectorText" presStyleLbl="sibTrans1D1" presStyleIdx="3" presStyleCnt="6"/>
      <dgm:spPr/>
    </dgm:pt>
    <dgm:pt modelId="{441830C1-C143-477C-9C4F-37CD7CD18C82}" type="pres">
      <dgm:prSet presAssocID="{5449F492-C20C-4C8E-8731-1E30A36B68D2}" presName="node" presStyleLbl="node1" presStyleIdx="4" presStyleCnt="7">
        <dgm:presLayoutVars>
          <dgm:bulletEnabled val="1"/>
        </dgm:presLayoutVars>
      </dgm:prSet>
      <dgm:spPr/>
    </dgm:pt>
    <dgm:pt modelId="{E2C2551C-4FD6-49CD-A4BD-DF244F02C0CF}" type="pres">
      <dgm:prSet presAssocID="{D17C6084-30AA-4CAB-9DAB-A3C5D5FD53C8}" presName="sibTrans" presStyleLbl="sibTrans1D1" presStyleIdx="4" presStyleCnt="6"/>
      <dgm:spPr/>
    </dgm:pt>
    <dgm:pt modelId="{107F2A8F-ADA0-4E74-B215-41399C9208E9}" type="pres">
      <dgm:prSet presAssocID="{D17C6084-30AA-4CAB-9DAB-A3C5D5FD53C8}" presName="connectorText" presStyleLbl="sibTrans1D1" presStyleIdx="4" presStyleCnt="6"/>
      <dgm:spPr/>
    </dgm:pt>
    <dgm:pt modelId="{B9E66DA6-6BA0-4596-963C-5CF0D17F71AC}" type="pres">
      <dgm:prSet presAssocID="{95AD8400-763E-4D70-B387-F7057C912110}" presName="node" presStyleLbl="node1" presStyleIdx="5" presStyleCnt="7">
        <dgm:presLayoutVars>
          <dgm:bulletEnabled val="1"/>
        </dgm:presLayoutVars>
      </dgm:prSet>
      <dgm:spPr/>
    </dgm:pt>
    <dgm:pt modelId="{04CD61F0-B4E6-4299-90A3-F7D6866FE158}" type="pres">
      <dgm:prSet presAssocID="{B1659402-33E2-405C-AAC0-66FF3AC228F4}" presName="sibTrans" presStyleLbl="sibTrans1D1" presStyleIdx="5" presStyleCnt="6"/>
      <dgm:spPr/>
    </dgm:pt>
    <dgm:pt modelId="{F47B1DCD-96FC-4BAB-97B1-3BF3C125A32F}" type="pres">
      <dgm:prSet presAssocID="{B1659402-33E2-405C-AAC0-66FF3AC228F4}" presName="connectorText" presStyleLbl="sibTrans1D1" presStyleIdx="5" presStyleCnt="6"/>
      <dgm:spPr/>
    </dgm:pt>
    <dgm:pt modelId="{8572F899-9BDE-4C35-9D3B-5B4E544E311D}" type="pres">
      <dgm:prSet presAssocID="{4BF32DBA-3349-44A6-8DDB-B5488C58D1BE}" presName="node" presStyleLbl="node1" presStyleIdx="6" presStyleCnt="7">
        <dgm:presLayoutVars>
          <dgm:bulletEnabled val="1"/>
        </dgm:presLayoutVars>
      </dgm:prSet>
      <dgm:spPr/>
    </dgm:pt>
  </dgm:ptLst>
  <dgm:cxnLst>
    <dgm:cxn modelId="{E2BCCB01-8919-45C4-95E4-43F9E2C81A22}" type="presOf" srcId="{F620E171-F1A0-409F-945A-87ED84D0DAB0}" destId="{E73681E7-8D48-4F01-BC5D-A67F5EC47543}" srcOrd="0" destOrd="0" presId="urn:microsoft.com/office/officeart/2005/8/layout/bProcess3"/>
    <dgm:cxn modelId="{D26C5709-A29B-4D67-AAE7-1C38887AD95B}" type="presOf" srcId="{A3146357-572F-45F6-8551-8066B2F77FCC}" destId="{CE61A6C7-50DA-4EC5-8465-AEC712DD979B}" srcOrd="0" destOrd="0" presId="urn:microsoft.com/office/officeart/2005/8/layout/bProcess3"/>
    <dgm:cxn modelId="{D10BC70F-BD81-49CB-91C3-F3A1EE23F575}" type="presOf" srcId="{A3146357-572F-45F6-8551-8066B2F77FCC}" destId="{3964777B-49D6-41A9-965E-DADDCB880F16}" srcOrd="1" destOrd="0" presId="urn:microsoft.com/office/officeart/2005/8/layout/bProcess3"/>
    <dgm:cxn modelId="{6DBBCE17-5895-43BD-8A85-23A18AECA0B7}" type="presOf" srcId="{5449F492-C20C-4C8E-8731-1E30A36B68D2}" destId="{441830C1-C143-477C-9C4F-37CD7CD18C82}" srcOrd="0" destOrd="0" presId="urn:microsoft.com/office/officeart/2005/8/layout/bProcess3"/>
    <dgm:cxn modelId="{7669BB22-7AA4-4F21-A8D8-65561DA3CDE9}" type="presOf" srcId="{71CF682D-EA27-4171-AC8E-335AF816253E}" destId="{7D028EAA-E4BA-4963-96A6-3232FA18D2B1}" srcOrd="1" destOrd="0" presId="urn:microsoft.com/office/officeart/2005/8/layout/bProcess3"/>
    <dgm:cxn modelId="{87A1942A-8488-457B-B493-03A375D8C74E}" type="presOf" srcId="{B4B3C074-EA23-4209-B1D5-4BDB5AE29B04}" destId="{F8476C86-F599-4879-98C9-CC1ED5FDEA0F}" srcOrd="0" destOrd="0" presId="urn:microsoft.com/office/officeart/2005/8/layout/bProcess3"/>
    <dgm:cxn modelId="{8589C92B-C02D-42A4-85C0-551256D7FE59}" srcId="{D6C2C9E3-3188-494E-BD2C-9FFDBCC3F380}" destId="{5449F492-C20C-4C8E-8731-1E30A36B68D2}" srcOrd="4" destOrd="0" parTransId="{ADA1DAED-62D9-4765-BD9B-86DB51444910}" sibTransId="{D17C6084-30AA-4CAB-9DAB-A3C5D5FD53C8}"/>
    <dgm:cxn modelId="{E541E835-B27B-4235-8634-C487B529357E}" type="presOf" srcId="{D17C6084-30AA-4CAB-9DAB-A3C5D5FD53C8}" destId="{107F2A8F-ADA0-4E74-B215-41399C9208E9}" srcOrd="1" destOrd="0" presId="urn:microsoft.com/office/officeart/2005/8/layout/bProcess3"/>
    <dgm:cxn modelId="{4FD5C93F-3F15-45BE-A209-F13D9458B24C}" type="presOf" srcId="{71CF682D-EA27-4171-AC8E-335AF816253E}" destId="{7FEDFBBA-6B1D-459E-9650-BF622D0ACAD8}" srcOrd="0" destOrd="0" presId="urn:microsoft.com/office/officeart/2005/8/layout/bProcess3"/>
    <dgm:cxn modelId="{FFE18444-30F1-4D49-9347-B63DD57088DE}" type="presOf" srcId="{10C608FF-742C-483D-8CD3-2D59B1388186}" destId="{1F6644D1-3AA8-402A-BF3D-CDD4691F8AE0}" srcOrd="1" destOrd="0" presId="urn:microsoft.com/office/officeart/2005/8/layout/bProcess3"/>
    <dgm:cxn modelId="{C296A067-C477-47B0-955C-711CAECB1D3D}" type="presOf" srcId="{84D54967-51CC-4EAE-9D38-2983D461671A}" destId="{56A8D010-B97E-48EF-9EA2-9BCF5A90907E}" srcOrd="1" destOrd="0" presId="urn:microsoft.com/office/officeart/2005/8/layout/bProcess3"/>
    <dgm:cxn modelId="{83C6A84E-C888-4DE2-AF6B-DC8F8F250EF2}" type="presOf" srcId="{10C608FF-742C-483D-8CD3-2D59B1388186}" destId="{506E7FED-24D7-40D2-B471-D16DC8DC8E27}" srcOrd="0" destOrd="0" presId="urn:microsoft.com/office/officeart/2005/8/layout/bProcess3"/>
    <dgm:cxn modelId="{A6E49570-719C-465F-B344-E056482FF6B5}" srcId="{D6C2C9E3-3188-494E-BD2C-9FFDBCC3F380}" destId="{666D711B-9713-492D-BAEE-B5835E827614}" srcOrd="0" destOrd="0" parTransId="{B380AE65-52CC-4468-BF5C-39FC0EE174F6}" sibTransId="{10C608FF-742C-483D-8CD3-2D59B1388186}"/>
    <dgm:cxn modelId="{7A8E2E73-3526-433E-AECF-DFAEE09779BD}" srcId="{D6C2C9E3-3188-494E-BD2C-9FFDBCC3F380}" destId="{7D0D613C-F79B-4663-853A-408081D7F9C4}" srcOrd="2" destOrd="0" parTransId="{005E8900-9F2A-4F9C-A135-53F1117300B0}" sibTransId="{84D54967-51CC-4EAE-9D38-2983D461671A}"/>
    <dgm:cxn modelId="{21B93054-C19F-4411-A603-3E4F9895C4C0}" type="presOf" srcId="{7D0D613C-F79B-4663-853A-408081D7F9C4}" destId="{46DD5DA2-3278-4943-957D-559614DF3452}" srcOrd="0" destOrd="0" presId="urn:microsoft.com/office/officeart/2005/8/layout/bProcess3"/>
    <dgm:cxn modelId="{ABB22D79-212D-4C58-9961-DBC47B902B1C}" srcId="{D6C2C9E3-3188-494E-BD2C-9FFDBCC3F380}" destId="{95AD8400-763E-4D70-B387-F7057C912110}" srcOrd="5" destOrd="0" parTransId="{2EE138C1-009D-4824-A7A3-D67F6637045F}" sibTransId="{B1659402-33E2-405C-AAC0-66FF3AC228F4}"/>
    <dgm:cxn modelId="{F130138A-8F38-4B28-8473-65568CE6A0A3}" srcId="{D6C2C9E3-3188-494E-BD2C-9FFDBCC3F380}" destId="{F620E171-F1A0-409F-945A-87ED84D0DAB0}" srcOrd="1" destOrd="0" parTransId="{81160198-51BE-4C61-A99D-FE05D46F8975}" sibTransId="{A3146357-572F-45F6-8551-8066B2F77FCC}"/>
    <dgm:cxn modelId="{6429E09E-F71A-4E64-A40E-668A7EBE2B90}" srcId="{D6C2C9E3-3188-494E-BD2C-9FFDBCC3F380}" destId="{4BF32DBA-3349-44A6-8DDB-B5488C58D1BE}" srcOrd="6" destOrd="0" parTransId="{683F1D2D-DFBD-484E-A043-8659EC4A4B81}" sibTransId="{735E0FDF-2397-4694-8AB5-4F706F55703E}"/>
    <dgm:cxn modelId="{F982E1A2-0CDF-4DBB-B712-10C5F7975D86}" srcId="{D6C2C9E3-3188-494E-BD2C-9FFDBCC3F380}" destId="{B4B3C074-EA23-4209-B1D5-4BDB5AE29B04}" srcOrd="3" destOrd="0" parTransId="{594C0A23-61FF-48D2-AF2B-1369F9C68F56}" sibTransId="{71CF682D-EA27-4171-AC8E-335AF816253E}"/>
    <dgm:cxn modelId="{33A963A7-5C5F-4F34-B254-647DEAE0DD4A}" type="presOf" srcId="{95AD8400-763E-4D70-B387-F7057C912110}" destId="{B9E66DA6-6BA0-4596-963C-5CF0D17F71AC}" srcOrd="0" destOrd="0" presId="urn:microsoft.com/office/officeart/2005/8/layout/bProcess3"/>
    <dgm:cxn modelId="{C89CDEAF-CD6D-4CEE-8C32-16ECB812EA2D}" type="presOf" srcId="{84D54967-51CC-4EAE-9D38-2983D461671A}" destId="{0D84EE88-BE7D-4F6E-A705-E8A57B1AA870}" srcOrd="0" destOrd="0" presId="urn:microsoft.com/office/officeart/2005/8/layout/bProcess3"/>
    <dgm:cxn modelId="{07990EB1-F76B-4035-8AC6-E87592960FFA}" type="presOf" srcId="{4BF32DBA-3349-44A6-8DDB-B5488C58D1BE}" destId="{8572F899-9BDE-4C35-9D3B-5B4E544E311D}" srcOrd="0" destOrd="0" presId="urn:microsoft.com/office/officeart/2005/8/layout/bProcess3"/>
    <dgm:cxn modelId="{89AF0EB5-CA6F-4250-B477-60DB8A9639DA}" type="presOf" srcId="{D17C6084-30AA-4CAB-9DAB-A3C5D5FD53C8}" destId="{E2C2551C-4FD6-49CD-A4BD-DF244F02C0CF}" srcOrd="0" destOrd="0" presId="urn:microsoft.com/office/officeart/2005/8/layout/bProcess3"/>
    <dgm:cxn modelId="{30231AC3-13A8-4A7E-804F-E9DEB647D872}" type="presOf" srcId="{D6C2C9E3-3188-494E-BD2C-9FFDBCC3F380}" destId="{05E8D935-8083-4714-A9F4-1A2C71736D13}" srcOrd="0" destOrd="0" presId="urn:microsoft.com/office/officeart/2005/8/layout/bProcess3"/>
    <dgm:cxn modelId="{B93A58C7-7D7C-4B6C-8D2C-53D38CF3BC2E}" type="presOf" srcId="{666D711B-9713-492D-BAEE-B5835E827614}" destId="{5D9CD884-ADDC-4CD9-8C88-4344B4166D07}" srcOrd="0" destOrd="0" presId="urn:microsoft.com/office/officeart/2005/8/layout/bProcess3"/>
    <dgm:cxn modelId="{23F836D0-85D5-4803-ADDC-802FE1F202B3}" type="presOf" srcId="{B1659402-33E2-405C-AAC0-66FF3AC228F4}" destId="{04CD61F0-B4E6-4299-90A3-F7D6866FE158}" srcOrd="0" destOrd="0" presId="urn:microsoft.com/office/officeart/2005/8/layout/bProcess3"/>
    <dgm:cxn modelId="{596CD4E9-DA8D-4294-8714-EB72F3A1EFC2}" type="presOf" srcId="{B1659402-33E2-405C-AAC0-66FF3AC228F4}" destId="{F47B1DCD-96FC-4BAB-97B1-3BF3C125A32F}" srcOrd="1" destOrd="0" presId="urn:microsoft.com/office/officeart/2005/8/layout/bProcess3"/>
    <dgm:cxn modelId="{5943B923-845A-4C20-AFC8-94D8BC9CB1EC}" type="presParOf" srcId="{05E8D935-8083-4714-A9F4-1A2C71736D13}" destId="{5D9CD884-ADDC-4CD9-8C88-4344B4166D07}" srcOrd="0" destOrd="0" presId="urn:microsoft.com/office/officeart/2005/8/layout/bProcess3"/>
    <dgm:cxn modelId="{2CACF52D-A6DB-433E-A904-0D4CA9FD832A}" type="presParOf" srcId="{05E8D935-8083-4714-A9F4-1A2C71736D13}" destId="{506E7FED-24D7-40D2-B471-D16DC8DC8E27}" srcOrd="1" destOrd="0" presId="urn:microsoft.com/office/officeart/2005/8/layout/bProcess3"/>
    <dgm:cxn modelId="{343F5AD0-447B-46B8-B886-32AF8FA6DA98}" type="presParOf" srcId="{506E7FED-24D7-40D2-B471-D16DC8DC8E27}" destId="{1F6644D1-3AA8-402A-BF3D-CDD4691F8AE0}" srcOrd="0" destOrd="0" presId="urn:microsoft.com/office/officeart/2005/8/layout/bProcess3"/>
    <dgm:cxn modelId="{D2E44CC0-6521-4968-8E67-F9A1F8E8431F}" type="presParOf" srcId="{05E8D935-8083-4714-A9F4-1A2C71736D13}" destId="{E73681E7-8D48-4F01-BC5D-A67F5EC47543}" srcOrd="2" destOrd="0" presId="urn:microsoft.com/office/officeart/2005/8/layout/bProcess3"/>
    <dgm:cxn modelId="{2EFFEC3B-A791-4110-A12B-48D614D9DCFF}" type="presParOf" srcId="{05E8D935-8083-4714-A9F4-1A2C71736D13}" destId="{CE61A6C7-50DA-4EC5-8465-AEC712DD979B}" srcOrd="3" destOrd="0" presId="urn:microsoft.com/office/officeart/2005/8/layout/bProcess3"/>
    <dgm:cxn modelId="{7B30AF7F-CA82-431D-BA40-C48A3EB646A5}" type="presParOf" srcId="{CE61A6C7-50DA-4EC5-8465-AEC712DD979B}" destId="{3964777B-49D6-41A9-965E-DADDCB880F16}" srcOrd="0" destOrd="0" presId="urn:microsoft.com/office/officeart/2005/8/layout/bProcess3"/>
    <dgm:cxn modelId="{5E127CC9-F699-4642-9AC0-B56E0BF1C4D9}" type="presParOf" srcId="{05E8D935-8083-4714-A9F4-1A2C71736D13}" destId="{46DD5DA2-3278-4943-957D-559614DF3452}" srcOrd="4" destOrd="0" presId="urn:microsoft.com/office/officeart/2005/8/layout/bProcess3"/>
    <dgm:cxn modelId="{6BA8910F-E0E0-4793-B7E8-21B9FCDE421C}" type="presParOf" srcId="{05E8D935-8083-4714-A9F4-1A2C71736D13}" destId="{0D84EE88-BE7D-4F6E-A705-E8A57B1AA870}" srcOrd="5" destOrd="0" presId="urn:microsoft.com/office/officeart/2005/8/layout/bProcess3"/>
    <dgm:cxn modelId="{33151B02-556B-454E-8E80-38305497F474}" type="presParOf" srcId="{0D84EE88-BE7D-4F6E-A705-E8A57B1AA870}" destId="{56A8D010-B97E-48EF-9EA2-9BCF5A90907E}" srcOrd="0" destOrd="0" presId="urn:microsoft.com/office/officeart/2005/8/layout/bProcess3"/>
    <dgm:cxn modelId="{57E26CFB-C90B-4D8E-828C-82C0D6F38AAE}" type="presParOf" srcId="{05E8D935-8083-4714-A9F4-1A2C71736D13}" destId="{F8476C86-F599-4879-98C9-CC1ED5FDEA0F}" srcOrd="6" destOrd="0" presId="urn:microsoft.com/office/officeart/2005/8/layout/bProcess3"/>
    <dgm:cxn modelId="{708AD8D9-2087-4556-AAD4-6333A9C41EC1}" type="presParOf" srcId="{05E8D935-8083-4714-A9F4-1A2C71736D13}" destId="{7FEDFBBA-6B1D-459E-9650-BF622D0ACAD8}" srcOrd="7" destOrd="0" presId="urn:microsoft.com/office/officeart/2005/8/layout/bProcess3"/>
    <dgm:cxn modelId="{221FB066-24BB-49B1-BC6D-3B789D1E1690}" type="presParOf" srcId="{7FEDFBBA-6B1D-459E-9650-BF622D0ACAD8}" destId="{7D028EAA-E4BA-4963-96A6-3232FA18D2B1}" srcOrd="0" destOrd="0" presId="urn:microsoft.com/office/officeart/2005/8/layout/bProcess3"/>
    <dgm:cxn modelId="{19F96682-CA20-403C-83B5-E308E345B46E}" type="presParOf" srcId="{05E8D935-8083-4714-A9F4-1A2C71736D13}" destId="{441830C1-C143-477C-9C4F-37CD7CD18C82}" srcOrd="8" destOrd="0" presId="urn:microsoft.com/office/officeart/2005/8/layout/bProcess3"/>
    <dgm:cxn modelId="{A4B671F0-8873-4383-8BA0-879B6530164D}" type="presParOf" srcId="{05E8D935-8083-4714-A9F4-1A2C71736D13}" destId="{E2C2551C-4FD6-49CD-A4BD-DF244F02C0CF}" srcOrd="9" destOrd="0" presId="urn:microsoft.com/office/officeart/2005/8/layout/bProcess3"/>
    <dgm:cxn modelId="{93246C4B-E6F8-44DB-919B-79F36F609121}" type="presParOf" srcId="{E2C2551C-4FD6-49CD-A4BD-DF244F02C0CF}" destId="{107F2A8F-ADA0-4E74-B215-41399C9208E9}" srcOrd="0" destOrd="0" presId="urn:microsoft.com/office/officeart/2005/8/layout/bProcess3"/>
    <dgm:cxn modelId="{56F84082-A26E-472D-B903-EAEE4282167E}" type="presParOf" srcId="{05E8D935-8083-4714-A9F4-1A2C71736D13}" destId="{B9E66DA6-6BA0-4596-963C-5CF0D17F71AC}" srcOrd="10" destOrd="0" presId="urn:microsoft.com/office/officeart/2005/8/layout/bProcess3"/>
    <dgm:cxn modelId="{BF7E4CE2-EA35-429A-ACAE-6BC32DC5DF6E}" type="presParOf" srcId="{05E8D935-8083-4714-A9F4-1A2C71736D13}" destId="{04CD61F0-B4E6-4299-90A3-F7D6866FE158}" srcOrd="11" destOrd="0" presId="urn:microsoft.com/office/officeart/2005/8/layout/bProcess3"/>
    <dgm:cxn modelId="{F8941244-0C71-4E01-B16E-2F0511070491}" type="presParOf" srcId="{04CD61F0-B4E6-4299-90A3-F7D6866FE158}" destId="{F47B1DCD-96FC-4BAB-97B1-3BF3C125A32F}" srcOrd="0" destOrd="0" presId="urn:microsoft.com/office/officeart/2005/8/layout/bProcess3"/>
    <dgm:cxn modelId="{A92B75ED-FE79-4FF3-89D1-D3B4719ADE7C}" type="presParOf" srcId="{05E8D935-8083-4714-A9F4-1A2C71736D13}" destId="{8572F899-9BDE-4C35-9D3B-5B4E544E311D}" srcOrd="12"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2CCB1A8-6FB5-4A14-8627-74D8F795607A}" type="doc">
      <dgm:prSet loTypeId="urn:microsoft.com/office/officeart/2005/8/layout/orgChart1" loCatId="hierarchy" qsTypeId="urn:microsoft.com/office/officeart/2005/8/quickstyle/simple5#2" qsCatId="simple" csTypeId="urn:microsoft.com/office/officeart/2005/8/colors/colorful2#1" csCatId="colorful" phldr="1"/>
      <dgm:spPr/>
      <dgm:t>
        <a:bodyPr/>
        <a:lstStyle/>
        <a:p>
          <a:endParaRPr lang="en-GB"/>
        </a:p>
      </dgm:t>
    </dgm:pt>
    <dgm:pt modelId="{83BEA114-A7DB-4C4B-8243-6A055FC56822}">
      <dgm:prSet phldrT="[Text]" phldr="0"/>
      <dgm:spPr/>
      <dgm:t>
        <a:bodyPr/>
        <a:lstStyle/>
        <a:p>
          <a:r>
            <a:rPr lang="en-GB" dirty="0"/>
            <a:t>Student(Enter\view information)</a:t>
          </a:r>
        </a:p>
      </dgm:t>
    </dgm:pt>
    <dgm:pt modelId="{C0EAA260-49C2-413A-B44A-CEF0AB554758}" type="parTrans" cxnId="{DAB0E9FE-C5F1-40AA-A988-FED73D8DB97B}">
      <dgm:prSet/>
      <dgm:spPr/>
      <dgm:t>
        <a:bodyPr/>
        <a:lstStyle/>
        <a:p>
          <a:endParaRPr lang="en-GB"/>
        </a:p>
      </dgm:t>
    </dgm:pt>
    <dgm:pt modelId="{246BEC4D-7A2C-4CC7-917E-B630A5290276}" type="sibTrans" cxnId="{DAB0E9FE-C5F1-40AA-A988-FED73D8DB97B}">
      <dgm:prSet/>
      <dgm:spPr/>
      <dgm:t>
        <a:bodyPr/>
        <a:lstStyle/>
        <a:p>
          <a:endParaRPr lang="en-GB"/>
        </a:p>
      </dgm:t>
    </dgm:pt>
    <dgm:pt modelId="{45BDD70B-239C-4543-A6EF-D50EAA186134}">
      <dgm:prSet phldrT="[Text]" phldr="0"/>
      <dgm:spPr/>
      <dgm:t>
        <a:bodyPr/>
        <a:lstStyle/>
        <a:p>
          <a:pPr rtl="0"/>
          <a:r>
            <a:rPr lang="en-GB" b="1" dirty="0">
              <a:latin typeface="Aptos Display" panose="02110004020202020204"/>
            </a:rPr>
            <a:t>Frontend</a:t>
          </a:r>
          <a:r>
            <a:rPr lang="en-GB" b="1" dirty="0"/>
            <a:t> </a:t>
          </a:r>
          <a:r>
            <a:rPr lang="en-GB" b="1" dirty="0">
              <a:latin typeface="Aptos Display" panose="02110004020202020204"/>
            </a:rPr>
            <a:t>                                                                        </a:t>
          </a:r>
          <a:r>
            <a:rPr lang="en-GB" dirty="0"/>
            <a:t>HTML+ CSS+ JavaScript</a:t>
          </a:r>
          <a:r>
            <a:rPr lang="en-GB" dirty="0">
              <a:latin typeface="Aptos Display" panose="02110004020202020204"/>
            </a:rPr>
            <a:t>       </a:t>
          </a:r>
          <a:r>
            <a:rPr lang="en-GB" dirty="0"/>
            <a:t>(dashboard, profile, marks, assignments, study planner, recommendations, topic dependencies)</a:t>
          </a:r>
        </a:p>
      </dgm:t>
    </dgm:pt>
    <dgm:pt modelId="{77240F30-8926-4E54-B69F-554DB753A2E9}" type="parTrans" cxnId="{5240B221-9870-420D-97C6-0DCDFB36C3A1}">
      <dgm:prSet/>
      <dgm:spPr/>
      <dgm:t>
        <a:bodyPr/>
        <a:lstStyle/>
        <a:p>
          <a:endParaRPr lang="en-GB"/>
        </a:p>
      </dgm:t>
    </dgm:pt>
    <dgm:pt modelId="{FA904128-01A8-4481-8D96-87A555247160}" type="sibTrans" cxnId="{5240B221-9870-420D-97C6-0DCDFB36C3A1}">
      <dgm:prSet/>
      <dgm:spPr/>
      <dgm:t>
        <a:bodyPr/>
        <a:lstStyle/>
        <a:p>
          <a:endParaRPr lang="en-GB"/>
        </a:p>
      </dgm:t>
    </dgm:pt>
    <dgm:pt modelId="{9767C63B-2150-40FF-A72A-E7231BDFEF9F}">
      <dgm:prSet phldrT="[Text]" phldr="0"/>
      <dgm:spPr/>
      <dgm:t>
        <a:bodyPr/>
        <a:lstStyle/>
        <a:p>
          <a:pPr rtl="0"/>
          <a:r>
            <a:rPr lang="en-GB" b="1" dirty="0"/>
            <a:t>DSA processing                     </a:t>
          </a:r>
          <a:r>
            <a:rPr lang="en-GB" b="1" dirty="0">
              <a:latin typeface="Aptos Display" panose="02110004020202020204"/>
            </a:rPr>
            <a:t>   </a:t>
          </a:r>
          <a:r>
            <a:rPr lang="en-GB" dirty="0">
              <a:latin typeface="Aptos Display" panose="02110004020202020204"/>
            </a:rPr>
            <a:t>                 </a:t>
          </a:r>
          <a:r>
            <a:rPr lang="en-GB" dirty="0"/>
            <a:t>C DSA engine     (Arrays/structures, linked list, queue, priority, Queue, stack, graph, search/sort/BFS/DFS)</a:t>
          </a:r>
        </a:p>
      </dgm:t>
    </dgm:pt>
    <dgm:pt modelId="{C65FA745-D7A8-4677-BE76-9DC11EA3D0E4}" type="parTrans" cxnId="{D5BB1018-2509-45BD-A986-814F910AA07A}">
      <dgm:prSet/>
      <dgm:spPr/>
      <dgm:t>
        <a:bodyPr/>
        <a:lstStyle/>
        <a:p>
          <a:endParaRPr lang="en-GB"/>
        </a:p>
      </dgm:t>
    </dgm:pt>
    <dgm:pt modelId="{D2A512B1-1906-485D-ACEC-08CA9AE9E920}" type="sibTrans" cxnId="{D5BB1018-2509-45BD-A986-814F910AA07A}">
      <dgm:prSet/>
      <dgm:spPr/>
      <dgm:t>
        <a:bodyPr/>
        <a:lstStyle/>
        <a:p>
          <a:endParaRPr lang="en-GB"/>
        </a:p>
      </dgm:t>
    </dgm:pt>
    <dgm:pt modelId="{8DBA315C-57BE-4A19-8C4C-6FF1A085D3AD}">
      <dgm:prSet phldrT="[Text]" phldr="0"/>
      <dgm:spPr/>
      <dgm:t>
        <a:bodyPr/>
        <a:lstStyle/>
        <a:p>
          <a:pPr rtl="0"/>
          <a:r>
            <a:rPr lang="en-GB" b="1" dirty="0"/>
            <a:t>Academic analysis.</a:t>
          </a:r>
          <a:r>
            <a:rPr lang="en-GB" dirty="0"/>
            <a:t> </a:t>
          </a:r>
          <a:r>
            <a:rPr lang="en-GB" dirty="0">
              <a:latin typeface="Aptos Display" panose="02110004020202020204"/>
            </a:rPr>
            <a:t>               </a:t>
          </a:r>
          <a:r>
            <a:rPr lang="en-GB" dirty="0"/>
            <a:t>(weak subject detection, assignment, priority, topic learning path, Study history, recommendations)</a:t>
          </a:r>
        </a:p>
      </dgm:t>
    </dgm:pt>
    <dgm:pt modelId="{BFBAFB4D-8A7C-4857-8CA5-C7F56D16B2E8}" type="parTrans" cxnId="{DD8930CA-8882-44AE-BFBC-AA947AB60E8E}">
      <dgm:prSet/>
      <dgm:spPr/>
      <dgm:t>
        <a:bodyPr/>
        <a:lstStyle/>
        <a:p>
          <a:endParaRPr lang="en-GB"/>
        </a:p>
      </dgm:t>
    </dgm:pt>
    <dgm:pt modelId="{903BA511-5DA4-4AD1-B788-ABF46568F82B}" type="sibTrans" cxnId="{DD8930CA-8882-44AE-BFBC-AA947AB60E8E}">
      <dgm:prSet/>
      <dgm:spPr/>
      <dgm:t>
        <a:bodyPr/>
        <a:lstStyle/>
        <a:p>
          <a:endParaRPr lang="en-GB"/>
        </a:p>
      </dgm:t>
    </dgm:pt>
    <dgm:pt modelId="{5144FCA6-BAFE-493A-BA57-8AC5DB769F11}">
      <dgm:prSet phldrT="[Text]" phldr="0"/>
      <dgm:spPr/>
      <dgm:t>
        <a:bodyPr/>
        <a:lstStyle/>
        <a:p>
          <a:pPr rtl="0"/>
          <a:r>
            <a:rPr lang="en-GB" b="1" dirty="0"/>
            <a:t>Database</a:t>
          </a:r>
          <a:r>
            <a:rPr lang="en-GB" dirty="0"/>
            <a:t> </a:t>
          </a:r>
          <a:r>
            <a:rPr lang="en-GB" dirty="0">
              <a:latin typeface="Aptos Display" panose="02110004020202020204"/>
            </a:rPr>
            <a:t> </a:t>
          </a:r>
          <a:r>
            <a:rPr lang="en-GB" dirty="0"/>
            <a:t>operations                    </a:t>
          </a:r>
          <a:r>
            <a:rPr lang="en-GB" dirty="0">
              <a:latin typeface="Aptos Display" panose="02110004020202020204"/>
            </a:rPr>
            <a:t>                     </a:t>
          </a:r>
          <a:r>
            <a:rPr lang="en-GB" dirty="0"/>
            <a:t>SQLite               </a:t>
          </a:r>
          <a:r>
            <a:rPr lang="en-GB" dirty="0">
              <a:latin typeface="Aptos Display" panose="02110004020202020204"/>
            </a:rPr>
            <a:t>                             </a:t>
          </a:r>
          <a:r>
            <a:rPr lang="en-GB" dirty="0"/>
            <a:t>(student, subjects,, assignment assignments, topics, study history)</a:t>
          </a:r>
        </a:p>
      </dgm:t>
    </dgm:pt>
    <dgm:pt modelId="{064E4B0C-635E-46F8-AD50-DB8AA90EBB38}" type="parTrans" cxnId="{88A9B64E-0DB9-488B-B90B-A1C5A46A5DE9}">
      <dgm:prSet/>
      <dgm:spPr/>
      <dgm:t>
        <a:bodyPr/>
        <a:lstStyle/>
        <a:p>
          <a:endParaRPr lang="en-GB"/>
        </a:p>
      </dgm:t>
    </dgm:pt>
    <dgm:pt modelId="{BB92C183-07E1-4959-B547-7D6BE0B09C65}" type="sibTrans" cxnId="{88A9B64E-0DB9-488B-B90B-A1C5A46A5DE9}">
      <dgm:prSet/>
      <dgm:spPr/>
      <dgm:t>
        <a:bodyPr/>
        <a:lstStyle/>
        <a:p>
          <a:endParaRPr lang="en-GB"/>
        </a:p>
      </dgm:t>
    </dgm:pt>
    <dgm:pt modelId="{CE4DFBAB-0D3B-4173-B55F-A7B32A79C53F}">
      <dgm:prSet phldrT="[Text]" phldr="0"/>
      <dgm:spPr/>
      <dgm:t>
        <a:bodyPr/>
        <a:lstStyle/>
        <a:p>
          <a:r>
            <a:rPr lang="en-GB" dirty="0"/>
            <a:t>Backend. (Python flask)</a:t>
          </a:r>
        </a:p>
      </dgm:t>
    </dgm:pt>
    <dgm:pt modelId="{AF87E0AC-6384-42CE-BC79-A7ED886832C6}" type="parTrans" cxnId="{DEAF29C8-718D-4735-8FAF-7B5E1E0D3FE9}">
      <dgm:prSet/>
      <dgm:spPr/>
      <dgm:t>
        <a:bodyPr/>
        <a:lstStyle/>
        <a:p>
          <a:endParaRPr lang="en-GB"/>
        </a:p>
      </dgm:t>
    </dgm:pt>
    <dgm:pt modelId="{58C7EFFC-2461-4FAE-A966-42E400FDF51E}" type="sibTrans" cxnId="{DEAF29C8-718D-4735-8FAF-7B5E1E0D3FE9}">
      <dgm:prSet/>
      <dgm:spPr/>
      <dgm:t>
        <a:bodyPr/>
        <a:lstStyle/>
        <a:p>
          <a:endParaRPr lang="en-GB"/>
        </a:p>
      </dgm:t>
    </dgm:pt>
    <dgm:pt modelId="{A6001583-F792-4DF6-A466-D78286FF30CD}">
      <dgm:prSet phldrT="[Text]" phldr="0"/>
      <dgm:spPr/>
      <dgm:t>
        <a:bodyPr/>
        <a:lstStyle/>
        <a:p>
          <a:pPr rtl="0"/>
          <a:r>
            <a:rPr lang="en-GB" b="1" dirty="0"/>
            <a:t>Results.   </a:t>
          </a:r>
          <a:r>
            <a:rPr lang="en-GB" dirty="0"/>
            <a:t>              </a:t>
          </a:r>
          <a:r>
            <a:rPr lang="en-GB" dirty="0">
              <a:latin typeface="Aptos Display" panose="02110004020202020204"/>
            </a:rPr>
            <a:t>                       </a:t>
          </a:r>
          <a:r>
            <a:rPr lang="en-GB" dirty="0"/>
            <a:t>Priority task.      </a:t>
          </a:r>
          <a:r>
            <a:rPr lang="en-GB" dirty="0">
              <a:latin typeface="Aptos Display" panose="02110004020202020204"/>
            </a:rPr>
            <a:t>                              </a:t>
          </a:r>
          <a:r>
            <a:rPr lang="en-GB" dirty="0"/>
            <a:t>Week subjects.                         Suggested topics.                          Learning path.</a:t>
          </a:r>
        </a:p>
      </dgm:t>
    </dgm:pt>
    <dgm:pt modelId="{1967E624-2503-4DB1-9460-E24544E22F45}" type="parTrans" cxnId="{83F32722-9D91-46F5-9083-776743B01702}">
      <dgm:prSet/>
      <dgm:spPr/>
      <dgm:t>
        <a:bodyPr/>
        <a:lstStyle/>
        <a:p>
          <a:endParaRPr lang="en-GB"/>
        </a:p>
      </dgm:t>
    </dgm:pt>
    <dgm:pt modelId="{03B4147E-B789-43DB-92A9-1752B89C1CA9}" type="sibTrans" cxnId="{83F32722-9D91-46F5-9083-776743B01702}">
      <dgm:prSet/>
      <dgm:spPr/>
      <dgm:t>
        <a:bodyPr/>
        <a:lstStyle/>
        <a:p>
          <a:endParaRPr lang="en-GB"/>
        </a:p>
      </dgm:t>
    </dgm:pt>
    <dgm:pt modelId="{2A78F5C0-8901-4D0F-B402-F095A290AE7B}" type="pres">
      <dgm:prSet presAssocID="{D2CCB1A8-6FB5-4A14-8627-74D8F795607A}" presName="hierChild1" presStyleCnt="0">
        <dgm:presLayoutVars>
          <dgm:orgChart val="1"/>
          <dgm:chPref val="1"/>
          <dgm:dir/>
          <dgm:animOne val="branch"/>
          <dgm:animLvl val="lvl"/>
          <dgm:resizeHandles/>
        </dgm:presLayoutVars>
      </dgm:prSet>
      <dgm:spPr/>
    </dgm:pt>
    <dgm:pt modelId="{4221BB3E-DAB7-40F8-8815-8A4D2F5B7C9E}" type="pres">
      <dgm:prSet presAssocID="{83BEA114-A7DB-4C4B-8243-6A055FC56822}" presName="hierRoot1" presStyleCnt="0">
        <dgm:presLayoutVars>
          <dgm:hierBranch val="init"/>
        </dgm:presLayoutVars>
      </dgm:prSet>
      <dgm:spPr/>
    </dgm:pt>
    <dgm:pt modelId="{0E43D4EB-B401-4CCD-AF39-74F223D4E828}" type="pres">
      <dgm:prSet presAssocID="{83BEA114-A7DB-4C4B-8243-6A055FC56822}" presName="rootComposite1" presStyleCnt="0"/>
      <dgm:spPr/>
    </dgm:pt>
    <dgm:pt modelId="{0024C10D-1B9B-43E4-8654-5CA9721B19AD}" type="pres">
      <dgm:prSet presAssocID="{83BEA114-A7DB-4C4B-8243-6A055FC56822}" presName="rootText1" presStyleLbl="node0" presStyleIdx="0" presStyleCnt="1">
        <dgm:presLayoutVars>
          <dgm:chPref val="3"/>
        </dgm:presLayoutVars>
      </dgm:prSet>
      <dgm:spPr/>
    </dgm:pt>
    <dgm:pt modelId="{8A57761D-7359-4400-A5D7-D109B2221A97}" type="pres">
      <dgm:prSet presAssocID="{83BEA114-A7DB-4C4B-8243-6A055FC56822}" presName="rootConnector1" presStyleLbl="node1" presStyleIdx="0" presStyleCnt="0"/>
      <dgm:spPr/>
    </dgm:pt>
    <dgm:pt modelId="{F63EF453-D324-4A85-8A6E-A0F01A9E9D7D}" type="pres">
      <dgm:prSet presAssocID="{83BEA114-A7DB-4C4B-8243-6A055FC56822}" presName="hierChild2" presStyleCnt="0"/>
      <dgm:spPr/>
    </dgm:pt>
    <dgm:pt modelId="{F5E35988-5E09-48C1-9261-3C26463CDD9F}" type="pres">
      <dgm:prSet presAssocID="{77240F30-8926-4E54-B69F-554DB753A2E9}" presName="Name37" presStyleLbl="parChTrans1D2" presStyleIdx="0" presStyleCnt="1"/>
      <dgm:spPr/>
    </dgm:pt>
    <dgm:pt modelId="{35727417-EE10-47D9-91B7-0C4505C8E38F}" type="pres">
      <dgm:prSet presAssocID="{45BDD70B-239C-4543-A6EF-D50EAA186134}" presName="hierRoot2" presStyleCnt="0">
        <dgm:presLayoutVars>
          <dgm:hierBranch val="init"/>
        </dgm:presLayoutVars>
      </dgm:prSet>
      <dgm:spPr/>
    </dgm:pt>
    <dgm:pt modelId="{D1EA6D5E-1A9D-48F7-A834-8B24613FE92D}" type="pres">
      <dgm:prSet presAssocID="{45BDD70B-239C-4543-A6EF-D50EAA186134}" presName="rootComposite" presStyleCnt="0"/>
      <dgm:spPr/>
    </dgm:pt>
    <dgm:pt modelId="{3642C4E9-582E-485D-B5C5-BCB5F0D8018D}" type="pres">
      <dgm:prSet presAssocID="{45BDD70B-239C-4543-A6EF-D50EAA186134}" presName="rootText" presStyleLbl="node2" presStyleIdx="0" presStyleCnt="1">
        <dgm:presLayoutVars>
          <dgm:chPref val="3"/>
        </dgm:presLayoutVars>
      </dgm:prSet>
      <dgm:spPr/>
    </dgm:pt>
    <dgm:pt modelId="{9F934D81-6A2A-4CF7-AEB3-7DD867162E02}" type="pres">
      <dgm:prSet presAssocID="{45BDD70B-239C-4543-A6EF-D50EAA186134}" presName="rootConnector" presStyleLbl="node2" presStyleIdx="0" presStyleCnt="1"/>
      <dgm:spPr/>
    </dgm:pt>
    <dgm:pt modelId="{ABE15ED6-0F3C-46EB-91AF-B6971FF64B8A}" type="pres">
      <dgm:prSet presAssocID="{45BDD70B-239C-4543-A6EF-D50EAA186134}" presName="hierChild4" presStyleCnt="0"/>
      <dgm:spPr/>
    </dgm:pt>
    <dgm:pt modelId="{B5F392A1-ADCB-4076-B376-343F47726E50}" type="pres">
      <dgm:prSet presAssocID="{AF87E0AC-6384-42CE-BC79-A7ED886832C6}" presName="Name37" presStyleLbl="parChTrans1D3" presStyleIdx="0" presStyleCnt="1"/>
      <dgm:spPr/>
    </dgm:pt>
    <dgm:pt modelId="{17590F7B-8D87-4660-A8DB-2E92659B8ED9}" type="pres">
      <dgm:prSet presAssocID="{CE4DFBAB-0D3B-4173-B55F-A7B32A79C53F}" presName="hierRoot2" presStyleCnt="0">
        <dgm:presLayoutVars>
          <dgm:hierBranch val="init"/>
        </dgm:presLayoutVars>
      </dgm:prSet>
      <dgm:spPr/>
    </dgm:pt>
    <dgm:pt modelId="{B5E0F7C9-A217-4F9B-845D-B6DCAA67673C}" type="pres">
      <dgm:prSet presAssocID="{CE4DFBAB-0D3B-4173-B55F-A7B32A79C53F}" presName="rootComposite" presStyleCnt="0"/>
      <dgm:spPr/>
    </dgm:pt>
    <dgm:pt modelId="{368105C3-8FEF-48CD-89F7-1B2579ED09D1}" type="pres">
      <dgm:prSet presAssocID="{CE4DFBAB-0D3B-4173-B55F-A7B32A79C53F}" presName="rootText" presStyleLbl="node3" presStyleIdx="0" presStyleCnt="1">
        <dgm:presLayoutVars>
          <dgm:chPref val="3"/>
        </dgm:presLayoutVars>
      </dgm:prSet>
      <dgm:spPr/>
    </dgm:pt>
    <dgm:pt modelId="{E83DA6E3-616E-4FB1-99CE-7F825B4AAB04}" type="pres">
      <dgm:prSet presAssocID="{CE4DFBAB-0D3B-4173-B55F-A7B32A79C53F}" presName="rootConnector" presStyleLbl="node3" presStyleIdx="0" presStyleCnt="1"/>
      <dgm:spPr/>
    </dgm:pt>
    <dgm:pt modelId="{66BD1769-7463-4039-94E3-DCD68997DAD6}" type="pres">
      <dgm:prSet presAssocID="{CE4DFBAB-0D3B-4173-B55F-A7B32A79C53F}" presName="hierChild4" presStyleCnt="0"/>
      <dgm:spPr/>
    </dgm:pt>
    <dgm:pt modelId="{D3A9115A-FE9B-4134-B57F-76FC80C346AE}" type="pres">
      <dgm:prSet presAssocID="{064E4B0C-635E-46F8-AD50-DB8AA90EBB38}" presName="Name37" presStyleLbl="parChTrans1D4" presStyleIdx="0" presStyleCnt="4"/>
      <dgm:spPr/>
    </dgm:pt>
    <dgm:pt modelId="{7A563E03-41AE-4C38-81B3-428BAA10FBE6}" type="pres">
      <dgm:prSet presAssocID="{5144FCA6-BAFE-493A-BA57-8AC5DB769F11}" presName="hierRoot2" presStyleCnt="0">
        <dgm:presLayoutVars>
          <dgm:hierBranch val="init"/>
        </dgm:presLayoutVars>
      </dgm:prSet>
      <dgm:spPr/>
    </dgm:pt>
    <dgm:pt modelId="{EEDAC5FE-E168-473A-AAD1-9DC94F780003}" type="pres">
      <dgm:prSet presAssocID="{5144FCA6-BAFE-493A-BA57-8AC5DB769F11}" presName="rootComposite" presStyleCnt="0"/>
      <dgm:spPr/>
    </dgm:pt>
    <dgm:pt modelId="{311B5DF9-ED51-4320-B92E-FFE2FAD42B15}" type="pres">
      <dgm:prSet presAssocID="{5144FCA6-BAFE-493A-BA57-8AC5DB769F11}" presName="rootText" presStyleLbl="node4" presStyleIdx="0" presStyleCnt="4">
        <dgm:presLayoutVars>
          <dgm:chPref val="3"/>
        </dgm:presLayoutVars>
      </dgm:prSet>
      <dgm:spPr/>
    </dgm:pt>
    <dgm:pt modelId="{94DB434F-4D59-4572-91E9-58415D8A927D}" type="pres">
      <dgm:prSet presAssocID="{5144FCA6-BAFE-493A-BA57-8AC5DB769F11}" presName="rootConnector" presStyleLbl="node4" presStyleIdx="0" presStyleCnt="4"/>
      <dgm:spPr/>
    </dgm:pt>
    <dgm:pt modelId="{C74B137F-DF85-4AD8-8BB1-D6D3A61ABAF5}" type="pres">
      <dgm:prSet presAssocID="{5144FCA6-BAFE-493A-BA57-8AC5DB769F11}" presName="hierChild4" presStyleCnt="0"/>
      <dgm:spPr/>
    </dgm:pt>
    <dgm:pt modelId="{06E5FC91-0A14-488E-81A1-4CC48AA95DAA}" type="pres">
      <dgm:prSet presAssocID="{5144FCA6-BAFE-493A-BA57-8AC5DB769F11}" presName="hierChild5" presStyleCnt="0"/>
      <dgm:spPr/>
    </dgm:pt>
    <dgm:pt modelId="{3C604979-D496-4C66-BB5D-EDB0F883D8B0}" type="pres">
      <dgm:prSet presAssocID="{C65FA745-D7A8-4677-BE76-9DC11EA3D0E4}" presName="Name37" presStyleLbl="parChTrans1D4" presStyleIdx="1" presStyleCnt="4"/>
      <dgm:spPr/>
    </dgm:pt>
    <dgm:pt modelId="{853F28EA-D46B-43E5-99AF-AE14CE1A4B6F}" type="pres">
      <dgm:prSet presAssocID="{9767C63B-2150-40FF-A72A-E7231BDFEF9F}" presName="hierRoot2" presStyleCnt="0">
        <dgm:presLayoutVars>
          <dgm:hierBranch val="init"/>
        </dgm:presLayoutVars>
      </dgm:prSet>
      <dgm:spPr/>
    </dgm:pt>
    <dgm:pt modelId="{DF7E9241-D43D-4CB1-A36D-8D308180EF35}" type="pres">
      <dgm:prSet presAssocID="{9767C63B-2150-40FF-A72A-E7231BDFEF9F}" presName="rootComposite" presStyleCnt="0"/>
      <dgm:spPr/>
    </dgm:pt>
    <dgm:pt modelId="{D97648B8-8576-4A63-A372-747A51374D4C}" type="pres">
      <dgm:prSet presAssocID="{9767C63B-2150-40FF-A72A-E7231BDFEF9F}" presName="rootText" presStyleLbl="node4" presStyleIdx="1" presStyleCnt="4">
        <dgm:presLayoutVars>
          <dgm:chPref val="3"/>
        </dgm:presLayoutVars>
      </dgm:prSet>
      <dgm:spPr/>
    </dgm:pt>
    <dgm:pt modelId="{7FD438BA-34B8-446E-A944-9E2B8CA7F4AD}" type="pres">
      <dgm:prSet presAssocID="{9767C63B-2150-40FF-A72A-E7231BDFEF9F}" presName="rootConnector" presStyleLbl="node4" presStyleIdx="1" presStyleCnt="4"/>
      <dgm:spPr/>
    </dgm:pt>
    <dgm:pt modelId="{AB3ABC93-1531-4326-A79F-4AC99A6DA046}" type="pres">
      <dgm:prSet presAssocID="{9767C63B-2150-40FF-A72A-E7231BDFEF9F}" presName="hierChild4" presStyleCnt="0"/>
      <dgm:spPr/>
    </dgm:pt>
    <dgm:pt modelId="{F34FE232-1972-442A-A4C7-90711504C46E}" type="pres">
      <dgm:prSet presAssocID="{BFBAFB4D-8A7C-4857-8CA5-C7F56D16B2E8}" presName="Name37" presStyleLbl="parChTrans1D4" presStyleIdx="2" presStyleCnt="4"/>
      <dgm:spPr/>
    </dgm:pt>
    <dgm:pt modelId="{8AFFC329-27CE-448B-8F6E-1163C8D037CA}" type="pres">
      <dgm:prSet presAssocID="{8DBA315C-57BE-4A19-8C4C-6FF1A085D3AD}" presName="hierRoot2" presStyleCnt="0">
        <dgm:presLayoutVars>
          <dgm:hierBranch val="init"/>
        </dgm:presLayoutVars>
      </dgm:prSet>
      <dgm:spPr/>
    </dgm:pt>
    <dgm:pt modelId="{DBFD0568-5C74-4845-B7CD-3A4E70B62510}" type="pres">
      <dgm:prSet presAssocID="{8DBA315C-57BE-4A19-8C4C-6FF1A085D3AD}" presName="rootComposite" presStyleCnt="0"/>
      <dgm:spPr/>
    </dgm:pt>
    <dgm:pt modelId="{15201866-F060-4EF7-8DFC-B2FD2C09C999}" type="pres">
      <dgm:prSet presAssocID="{8DBA315C-57BE-4A19-8C4C-6FF1A085D3AD}" presName="rootText" presStyleLbl="node4" presStyleIdx="2" presStyleCnt="4">
        <dgm:presLayoutVars>
          <dgm:chPref val="3"/>
        </dgm:presLayoutVars>
      </dgm:prSet>
      <dgm:spPr/>
    </dgm:pt>
    <dgm:pt modelId="{D66EC387-5C93-450A-8435-71D3B100E9C6}" type="pres">
      <dgm:prSet presAssocID="{8DBA315C-57BE-4A19-8C4C-6FF1A085D3AD}" presName="rootConnector" presStyleLbl="node4" presStyleIdx="2" presStyleCnt="4"/>
      <dgm:spPr/>
    </dgm:pt>
    <dgm:pt modelId="{9A34F5AA-39FE-4B63-8F85-FFA195955284}" type="pres">
      <dgm:prSet presAssocID="{8DBA315C-57BE-4A19-8C4C-6FF1A085D3AD}" presName="hierChild4" presStyleCnt="0"/>
      <dgm:spPr/>
    </dgm:pt>
    <dgm:pt modelId="{A8B8F9D1-15E3-4358-92EA-63BB25CA442C}" type="pres">
      <dgm:prSet presAssocID="{1967E624-2503-4DB1-9460-E24544E22F45}" presName="Name37" presStyleLbl="parChTrans1D4" presStyleIdx="3" presStyleCnt="4"/>
      <dgm:spPr/>
    </dgm:pt>
    <dgm:pt modelId="{2BBA1B7B-7E62-4B1E-AAD2-3E8D08EB2E51}" type="pres">
      <dgm:prSet presAssocID="{A6001583-F792-4DF6-A466-D78286FF30CD}" presName="hierRoot2" presStyleCnt="0">
        <dgm:presLayoutVars>
          <dgm:hierBranch val="init"/>
        </dgm:presLayoutVars>
      </dgm:prSet>
      <dgm:spPr/>
    </dgm:pt>
    <dgm:pt modelId="{B19F9739-7C71-4EC0-8ED4-0745E79E953E}" type="pres">
      <dgm:prSet presAssocID="{A6001583-F792-4DF6-A466-D78286FF30CD}" presName="rootComposite" presStyleCnt="0"/>
      <dgm:spPr/>
    </dgm:pt>
    <dgm:pt modelId="{D4E16D46-7302-47E4-84B1-0C671F90E509}" type="pres">
      <dgm:prSet presAssocID="{A6001583-F792-4DF6-A466-D78286FF30CD}" presName="rootText" presStyleLbl="node4" presStyleIdx="3" presStyleCnt="4">
        <dgm:presLayoutVars>
          <dgm:chPref val="3"/>
        </dgm:presLayoutVars>
      </dgm:prSet>
      <dgm:spPr/>
    </dgm:pt>
    <dgm:pt modelId="{FCA08AFD-0247-41AD-A747-6724AC93B091}" type="pres">
      <dgm:prSet presAssocID="{A6001583-F792-4DF6-A466-D78286FF30CD}" presName="rootConnector" presStyleLbl="node4" presStyleIdx="3" presStyleCnt="4"/>
      <dgm:spPr/>
    </dgm:pt>
    <dgm:pt modelId="{C80F2384-3080-4504-87BE-D008A39AF20B}" type="pres">
      <dgm:prSet presAssocID="{A6001583-F792-4DF6-A466-D78286FF30CD}" presName="hierChild4" presStyleCnt="0"/>
      <dgm:spPr/>
    </dgm:pt>
    <dgm:pt modelId="{18152ED3-98B0-4C94-9D07-235DFC27F506}" type="pres">
      <dgm:prSet presAssocID="{A6001583-F792-4DF6-A466-D78286FF30CD}" presName="hierChild5" presStyleCnt="0"/>
      <dgm:spPr/>
    </dgm:pt>
    <dgm:pt modelId="{5E0D989C-D5AB-4D1B-BB25-C60A062B6F0D}" type="pres">
      <dgm:prSet presAssocID="{8DBA315C-57BE-4A19-8C4C-6FF1A085D3AD}" presName="hierChild5" presStyleCnt="0"/>
      <dgm:spPr/>
    </dgm:pt>
    <dgm:pt modelId="{67BEF20C-983F-4AD6-A94E-E4E254637F13}" type="pres">
      <dgm:prSet presAssocID="{9767C63B-2150-40FF-A72A-E7231BDFEF9F}" presName="hierChild5" presStyleCnt="0"/>
      <dgm:spPr/>
    </dgm:pt>
    <dgm:pt modelId="{0601F38B-AFEB-4CB7-A4E6-886835BE7ACA}" type="pres">
      <dgm:prSet presAssocID="{CE4DFBAB-0D3B-4173-B55F-A7B32A79C53F}" presName="hierChild5" presStyleCnt="0"/>
      <dgm:spPr/>
    </dgm:pt>
    <dgm:pt modelId="{F60C28C6-66DF-4988-9856-133286090F2E}" type="pres">
      <dgm:prSet presAssocID="{45BDD70B-239C-4543-A6EF-D50EAA186134}" presName="hierChild5" presStyleCnt="0"/>
      <dgm:spPr/>
    </dgm:pt>
    <dgm:pt modelId="{CEC8FF98-3F41-4C8C-8AAC-CE984AB68FD9}" type="pres">
      <dgm:prSet presAssocID="{83BEA114-A7DB-4C4B-8243-6A055FC56822}" presName="hierChild3" presStyleCnt="0"/>
      <dgm:spPr/>
    </dgm:pt>
  </dgm:ptLst>
  <dgm:cxnLst>
    <dgm:cxn modelId="{9FCC6D13-983D-448B-B8CD-A35EE50B2D3B}" type="presOf" srcId="{9767C63B-2150-40FF-A72A-E7231BDFEF9F}" destId="{D97648B8-8576-4A63-A372-747A51374D4C}" srcOrd="0" destOrd="0" presId="urn:microsoft.com/office/officeart/2005/8/layout/orgChart1"/>
    <dgm:cxn modelId="{E86C2414-AAA7-47C6-B141-F43DF649236B}" type="presOf" srcId="{8DBA315C-57BE-4A19-8C4C-6FF1A085D3AD}" destId="{D66EC387-5C93-450A-8435-71D3B100E9C6}" srcOrd="1" destOrd="0" presId="urn:microsoft.com/office/officeart/2005/8/layout/orgChart1"/>
    <dgm:cxn modelId="{D5BB1018-2509-45BD-A986-814F910AA07A}" srcId="{CE4DFBAB-0D3B-4173-B55F-A7B32A79C53F}" destId="{9767C63B-2150-40FF-A72A-E7231BDFEF9F}" srcOrd="1" destOrd="0" parTransId="{C65FA745-D7A8-4677-BE76-9DC11EA3D0E4}" sibTransId="{D2A512B1-1906-485D-ACEC-08CA9AE9E920}"/>
    <dgm:cxn modelId="{9F3E601F-224B-498B-AF85-6A66578B7343}" type="presOf" srcId="{A6001583-F792-4DF6-A466-D78286FF30CD}" destId="{FCA08AFD-0247-41AD-A747-6724AC93B091}" srcOrd="1" destOrd="0" presId="urn:microsoft.com/office/officeart/2005/8/layout/orgChart1"/>
    <dgm:cxn modelId="{5240B221-9870-420D-97C6-0DCDFB36C3A1}" srcId="{83BEA114-A7DB-4C4B-8243-6A055FC56822}" destId="{45BDD70B-239C-4543-A6EF-D50EAA186134}" srcOrd="0" destOrd="0" parTransId="{77240F30-8926-4E54-B69F-554DB753A2E9}" sibTransId="{FA904128-01A8-4481-8D96-87A555247160}"/>
    <dgm:cxn modelId="{83F32722-9D91-46F5-9083-776743B01702}" srcId="{8DBA315C-57BE-4A19-8C4C-6FF1A085D3AD}" destId="{A6001583-F792-4DF6-A466-D78286FF30CD}" srcOrd="0" destOrd="0" parTransId="{1967E624-2503-4DB1-9460-E24544E22F45}" sibTransId="{03B4147E-B789-43DB-92A9-1752B89C1CA9}"/>
    <dgm:cxn modelId="{92A0C624-BE03-44A2-9156-110E33F54F6B}" type="presOf" srcId="{8DBA315C-57BE-4A19-8C4C-6FF1A085D3AD}" destId="{15201866-F060-4EF7-8DFC-B2FD2C09C999}" srcOrd="0" destOrd="0" presId="urn:microsoft.com/office/officeart/2005/8/layout/orgChart1"/>
    <dgm:cxn modelId="{226A2F27-C973-4A58-9763-0B1202086575}" type="presOf" srcId="{BFBAFB4D-8A7C-4857-8CA5-C7F56D16B2E8}" destId="{F34FE232-1972-442A-A4C7-90711504C46E}" srcOrd="0" destOrd="0" presId="urn:microsoft.com/office/officeart/2005/8/layout/orgChart1"/>
    <dgm:cxn modelId="{20D0E529-1A91-4850-9A38-B37FC956A722}" type="presOf" srcId="{77240F30-8926-4E54-B69F-554DB753A2E9}" destId="{F5E35988-5E09-48C1-9261-3C26463CDD9F}" srcOrd="0" destOrd="0" presId="urn:microsoft.com/office/officeart/2005/8/layout/orgChart1"/>
    <dgm:cxn modelId="{A444665F-CB3C-431A-AF12-61B354FA8C79}" type="presOf" srcId="{C65FA745-D7A8-4677-BE76-9DC11EA3D0E4}" destId="{3C604979-D496-4C66-BB5D-EDB0F883D8B0}" srcOrd="0" destOrd="0" presId="urn:microsoft.com/office/officeart/2005/8/layout/orgChart1"/>
    <dgm:cxn modelId="{1C15E661-C86D-4A50-ACB4-64A05CEA11B6}" type="presOf" srcId="{5144FCA6-BAFE-493A-BA57-8AC5DB769F11}" destId="{94DB434F-4D59-4572-91E9-58415D8A927D}" srcOrd="1" destOrd="0" presId="urn:microsoft.com/office/officeart/2005/8/layout/orgChart1"/>
    <dgm:cxn modelId="{E696C966-65C7-4ACF-B97F-1AEACADF1BBE}" type="presOf" srcId="{45BDD70B-239C-4543-A6EF-D50EAA186134}" destId="{3642C4E9-582E-485D-B5C5-BCB5F0D8018D}" srcOrd="0" destOrd="0" presId="urn:microsoft.com/office/officeart/2005/8/layout/orgChart1"/>
    <dgm:cxn modelId="{88A9B64E-0DB9-488B-B90B-A1C5A46A5DE9}" srcId="{CE4DFBAB-0D3B-4173-B55F-A7B32A79C53F}" destId="{5144FCA6-BAFE-493A-BA57-8AC5DB769F11}" srcOrd="0" destOrd="0" parTransId="{064E4B0C-635E-46F8-AD50-DB8AA90EBB38}" sibTransId="{BB92C183-07E1-4959-B547-7D6BE0B09C65}"/>
    <dgm:cxn modelId="{42A8017F-69D3-4A50-B5C1-F64AE1B5669F}" type="presOf" srcId="{A6001583-F792-4DF6-A466-D78286FF30CD}" destId="{D4E16D46-7302-47E4-84B1-0C671F90E509}" srcOrd="0" destOrd="0" presId="urn:microsoft.com/office/officeart/2005/8/layout/orgChart1"/>
    <dgm:cxn modelId="{304BE59A-3A1B-4BC4-A912-57228C9C0FA7}" type="presOf" srcId="{45BDD70B-239C-4543-A6EF-D50EAA186134}" destId="{9F934D81-6A2A-4CF7-AEB3-7DD867162E02}" srcOrd="1" destOrd="0" presId="urn:microsoft.com/office/officeart/2005/8/layout/orgChart1"/>
    <dgm:cxn modelId="{47DA659C-A751-4859-A7A2-932A360BDCFA}" type="presOf" srcId="{CE4DFBAB-0D3B-4173-B55F-A7B32A79C53F}" destId="{E83DA6E3-616E-4FB1-99CE-7F825B4AAB04}" srcOrd="1" destOrd="0" presId="urn:microsoft.com/office/officeart/2005/8/layout/orgChart1"/>
    <dgm:cxn modelId="{613686A1-EF8E-41B3-93AC-D87D7008B524}" type="presOf" srcId="{064E4B0C-635E-46F8-AD50-DB8AA90EBB38}" destId="{D3A9115A-FE9B-4134-B57F-76FC80C346AE}" srcOrd="0" destOrd="0" presId="urn:microsoft.com/office/officeart/2005/8/layout/orgChart1"/>
    <dgm:cxn modelId="{359C2CA5-CE75-4275-B9E5-1EBB1D74051C}" type="presOf" srcId="{AF87E0AC-6384-42CE-BC79-A7ED886832C6}" destId="{B5F392A1-ADCB-4076-B376-343F47726E50}" srcOrd="0" destOrd="0" presId="urn:microsoft.com/office/officeart/2005/8/layout/orgChart1"/>
    <dgm:cxn modelId="{4EF540AB-388E-4F33-A706-534E33EA3258}" type="presOf" srcId="{1967E624-2503-4DB1-9460-E24544E22F45}" destId="{A8B8F9D1-15E3-4358-92EA-63BB25CA442C}" srcOrd="0" destOrd="0" presId="urn:microsoft.com/office/officeart/2005/8/layout/orgChart1"/>
    <dgm:cxn modelId="{032175AF-516E-4208-B802-117D48BBBFA5}" type="presOf" srcId="{D2CCB1A8-6FB5-4A14-8627-74D8F795607A}" destId="{2A78F5C0-8901-4D0F-B402-F095A290AE7B}" srcOrd="0" destOrd="0" presId="urn:microsoft.com/office/officeart/2005/8/layout/orgChart1"/>
    <dgm:cxn modelId="{DEAF29C8-718D-4735-8FAF-7B5E1E0D3FE9}" srcId="{45BDD70B-239C-4543-A6EF-D50EAA186134}" destId="{CE4DFBAB-0D3B-4173-B55F-A7B32A79C53F}" srcOrd="0" destOrd="0" parTransId="{AF87E0AC-6384-42CE-BC79-A7ED886832C6}" sibTransId="{58C7EFFC-2461-4FAE-A966-42E400FDF51E}"/>
    <dgm:cxn modelId="{DD8930CA-8882-44AE-BFBC-AA947AB60E8E}" srcId="{9767C63B-2150-40FF-A72A-E7231BDFEF9F}" destId="{8DBA315C-57BE-4A19-8C4C-6FF1A085D3AD}" srcOrd="0" destOrd="0" parTransId="{BFBAFB4D-8A7C-4857-8CA5-C7F56D16B2E8}" sibTransId="{903BA511-5DA4-4AD1-B788-ABF46568F82B}"/>
    <dgm:cxn modelId="{8B3798DC-0F5F-4597-9EB1-F8605208FD03}" type="presOf" srcId="{83BEA114-A7DB-4C4B-8243-6A055FC56822}" destId="{8A57761D-7359-4400-A5D7-D109B2221A97}" srcOrd="1" destOrd="0" presId="urn:microsoft.com/office/officeart/2005/8/layout/orgChart1"/>
    <dgm:cxn modelId="{F3A965DF-FF01-4FFD-B148-740B6326C5E7}" type="presOf" srcId="{5144FCA6-BAFE-493A-BA57-8AC5DB769F11}" destId="{311B5DF9-ED51-4320-B92E-FFE2FAD42B15}" srcOrd="0" destOrd="0" presId="urn:microsoft.com/office/officeart/2005/8/layout/orgChart1"/>
    <dgm:cxn modelId="{FB3A76E0-5656-4270-A2C0-F49DA7265B2A}" type="presOf" srcId="{9767C63B-2150-40FF-A72A-E7231BDFEF9F}" destId="{7FD438BA-34B8-446E-A944-9E2B8CA7F4AD}" srcOrd="1" destOrd="0" presId="urn:microsoft.com/office/officeart/2005/8/layout/orgChart1"/>
    <dgm:cxn modelId="{69B353E2-C2EC-4FFA-9F57-CA11FADE308D}" type="presOf" srcId="{CE4DFBAB-0D3B-4173-B55F-A7B32A79C53F}" destId="{368105C3-8FEF-48CD-89F7-1B2579ED09D1}" srcOrd="0" destOrd="0" presId="urn:microsoft.com/office/officeart/2005/8/layout/orgChart1"/>
    <dgm:cxn modelId="{F6CA46F0-F660-418E-A260-23CF5863D34E}" type="presOf" srcId="{83BEA114-A7DB-4C4B-8243-6A055FC56822}" destId="{0024C10D-1B9B-43E4-8654-5CA9721B19AD}" srcOrd="0" destOrd="0" presId="urn:microsoft.com/office/officeart/2005/8/layout/orgChart1"/>
    <dgm:cxn modelId="{DAB0E9FE-C5F1-40AA-A988-FED73D8DB97B}" srcId="{D2CCB1A8-6FB5-4A14-8627-74D8F795607A}" destId="{83BEA114-A7DB-4C4B-8243-6A055FC56822}" srcOrd="0" destOrd="0" parTransId="{C0EAA260-49C2-413A-B44A-CEF0AB554758}" sibTransId="{246BEC4D-7A2C-4CC7-917E-B630A5290276}"/>
    <dgm:cxn modelId="{11FC6358-3387-44C2-AA52-2258662E3DD9}" type="presParOf" srcId="{2A78F5C0-8901-4D0F-B402-F095A290AE7B}" destId="{4221BB3E-DAB7-40F8-8815-8A4D2F5B7C9E}" srcOrd="0" destOrd="0" presId="urn:microsoft.com/office/officeart/2005/8/layout/orgChart1"/>
    <dgm:cxn modelId="{10230022-6198-45F4-A564-A283C166959B}" type="presParOf" srcId="{4221BB3E-DAB7-40F8-8815-8A4D2F5B7C9E}" destId="{0E43D4EB-B401-4CCD-AF39-74F223D4E828}" srcOrd="0" destOrd="0" presId="urn:microsoft.com/office/officeart/2005/8/layout/orgChart1"/>
    <dgm:cxn modelId="{4F88D493-BE98-42D8-9ECE-40313C2997D2}" type="presParOf" srcId="{0E43D4EB-B401-4CCD-AF39-74F223D4E828}" destId="{0024C10D-1B9B-43E4-8654-5CA9721B19AD}" srcOrd="0" destOrd="0" presId="urn:microsoft.com/office/officeart/2005/8/layout/orgChart1"/>
    <dgm:cxn modelId="{2197C713-9C97-47C8-A5DD-C87C540CEF6D}" type="presParOf" srcId="{0E43D4EB-B401-4CCD-AF39-74F223D4E828}" destId="{8A57761D-7359-4400-A5D7-D109B2221A97}" srcOrd="1" destOrd="0" presId="urn:microsoft.com/office/officeart/2005/8/layout/orgChart1"/>
    <dgm:cxn modelId="{2E6E1DD1-060C-4CB3-A809-0BA908BE0A79}" type="presParOf" srcId="{4221BB3E-DAB7-40F8-8815-8A4D2F5B7C9E}" destId="{F63EF453-D324-4A85-8A6E-A0F01A9E9D7D}" srcOrd="1" destOrd="0" presId="urn:microsoft.com/office/officeart/2005/8/layout/orgChart1"/>
    <dgm:cxn modelId="{817B8374-CE37-4FFC-B34A-EB41FF6EAF55}" type="presParOf" srcId="{F63EF453-D324-4A85-8A6E-A0F01A9E9D7D}" destId="{F5E35988-5E09-48C1-9261-3C26463CDD9F}" srcOrd="0" destOrd="0" presId="urn:microsoft.com/office/officeart/2005/8/layout/orgChart1"/>
    <dgm:cxn modelId="{F618863E-3F9B-46DD-AD5C-ECEFA221618A}" type="presParOf" srcId="{F63EF453-D324-4A85-8A6E-A0F01A9E9D7D}" destId="{35727417-EE10-47D9-91B7-0C4505C8E38F}" srcOrd="1" destOrd="0" presId="urn:microsoft.com/office/officeart/2005/8/layout/orgChart1"/>
    <dgm:cxn modelId="{8AF312B9-AAB5-47CD-B2AF-2F66383EC382}" type="presParOf" srcId="{35727417-EE10-47D9-91B7-0C4505C8E38F}" destId="{D1EA6D5E-1A9D-48F7-A834-8B24613FE92D}" srcOrd="0" destOrd="0" presId="urn:microsoft.com/office/officeart/2005/8/layout/orgChart1"/>
    <dgm:cxn modelId="{7F81A9FD-2B04-4001-BCED-61E8121B090A}" type="presParOf" srcId="{D1EA6D5E-1A9D-48F7-A834-8B24613FE92D}" destId="{3642C4E9-582E-485D-B5C5-BCB5F0D8018D}" srcOrd="0" destOrd="0" presId="urn:microsoft.com/office/officeart/2005/8/layout/orgChart1"/>
    <dgm:cxn modelId="{747BADE9-F8C2-4E11-94E5-8B0FEB6705ED}" type="presParOf" srcId="{D1EA6D5E-1A9D-48F7-A834-8B24613FE92D}" destId="{9F934D81-6A2A-4CF7-AEB3-7DD867162E02}" srcOrd="1" destOrd="0" presId="urn:microsoft.com/office/officeart/2005/8/layout/orgChart1"/>
    <dgm:cxn modelId="{CF69B206-5446-423E-98E9-2732CF49F896}" type="presParOf" srcId="{35727417-EE10-47D9-91B7-0C4505C8E38F}" destId="{ABE15ED6-0F3C-46EB-91AF-B6971FF64B8A}" srcOrd="1" destOrd="0" presId="urn:microsoft.com/office/officeart/2005/8/layout/orgChart1"/>
    <dgm:cxn modelId="{9D2ACAE8-D922-4E70-B6DE-12CF1A12CDAD}" type="presParOf" srcId="{ABE15ED6-0F3C-46EB-91AF-B6971FF64B8A}" destId="{B5F392A1-ADCB-4076-B376-343F47726E50}" srcOrd="0" destOrd="0" presId="urn:microsoft.com/office/officeart/2005/8/layout/orgChart1"/>
    <dgm:cxn modelId="{9395094C-3019-4178-AC70-85C2B7073263}" type="presParOf" srcId="{ABE15ED6-0F3C-46EB-91AF-B6971FF64B8A}" destId="{17590F7B-8D87-4660-A8DB-2E92659B8ED9}" srcOrd="1" destOrd="0" presId="urn:microsoft.com/office/officeart/2005/8/layout/orgChart1"/>
    <dgm:cxn modelId="{CE76C929-C5AF-4116-9550-A7D5024DA307}" type="presParOf" srcId="{17590F7B-8D87-4660-A8DB-2E92659B8ED9}" destId="{B5E0F7C9-A217-4F9B-845D-B6DCAA67673C}" srcOrd="0" destOrd="0" presId="urn:microsoft.com/office/officeart/2005/8/layout/orgChart1"/>
    <dgm:cxn modelId="{3C7E4AD9-A470-4D58-90E6-95A4D9AB1C7C}" type="presParOf" srcId="{B5E0F7C9-A217-4F9B-845D-B6DCAA67673C}" destId="{368105C3-8FEF-48CD-89F7-1B2579ED09D1}" srcOrd="0" destOrd="0" presId="urn:microsoft.com/office/officeart/2005/8/layout/orgChart1"/>
    <dgm:cxn modelId="{809B514F-DBD8-46CB-8920-5D0A3B9CD1F6}" type="presParOf" srcId="{B5E0F7C9-A217-4F9B-845D-B6DCAA67673C}" destId="{E83DA6E3-616E-4FB1-99CE-7F825B4AAB04}" srcOrd="1" destOrd="0" presId="urn:microsoft.com/office/officeart/2005/8/layout/orgChart1"/>
    <dgm:cxn modelId="{144FC47C-D338-4139-8044-4B5684929013}" type="presParOf" srcId="{17590F7B-8D87-4660-A8DB-2E92659B8ED9}" destId="{66BD1769-7463-4039-94E3-DCD68997DAD6}" srcOrd="1" destOrd="0" presId="urn:microsoft.com/office/officeart/2005/8/layout/orgChart1"/>
    <dgm:cxn modelId="{A55F40AF-D010-4865-969A-D25F66594A4A}" type="presParOf" srcId="{66BD1769-7463-4039-94E3-DCD68997DAD6}" destId="{D3A9115A-FE9B-4134-B57F-76FC80C346AE}" srcOrd="0" destOrd="0" presId="urn:microsoft.com/office/officeart/2005/8/layout/orgChart1"/>
    <dgm:cxn modelId="{8A288D76-5034-42A2-8F1D-599C4F6F4F5F}" type="presParOf" srcId="{66BD1769-7463-4039-94E3-DCD68997DAD6}" destId="{7A563E03-41AE-4C38-81B3-428BAA10FBE6}" srcOrd="1" destOrd="0" presId="urn:microsoft.com/office/officeart/2005/8/layout/orgChart1"/>
    <dgm:cxn modelId="{696953FF-14AF-40F0-99EA-314763A47AD4}" type="presParOf" srcId="{7A563E03-41AE-4C38-81B3-428BAA10FBE6}" destId="{EEDAC5FE-E168-473A-AAD1-9DC94F780003}" srcOrd="0" destOrd="0" presId="urn:microsoft.com/office/officeart/2005/8/layout/orgChart1"/>
    <dgm:cxn modelId="{C8022183-79CF-4846-A674-DBC00EF99442}" type="presParOf" srcId="{EEDAC5FE-E168-473A-AAD1-9DC94F780003}" destId="{311B5DF9-ED51-4320-B92E-FFE2FAD42B15}" srcOrd="0" destOrd="0" presId="urn:microsoft.com/office/officeart/2005/8/layout/orgChart1"/>
    <dgm:cxn modelId="{3D6C4C5B-AE90-4DFE-9CFA-09E434A71C8F}" type="presParOf" srcId="{EEDAC5FE-E168-473A-AAD1-9DC94F780003}" destId="{94DB434F-4D59-4572-91E9-58415D8A927D}" srcOrd="1" destOrd="0" presId="urn:microsoft.com/office/officeart/2005/8/layout/orgChart1"/>
    <dgm:cxn modelId="{64441F3B-E2A2-4F7B-A452-0EF912654A2A}" type="presParOf" srcId="{7A563E03-41AE-4C38-81B3-428BAA10FBE6}" destId="{C74B137F-DF85-4AD8-8BB1-D6D3A61ABAF5}" srcOrd="1" destOrd="0" presId="urn:microsoft.com/office/officeart/2005/8/layout/orgChart1"/>
    <dgm:cxn modelId="{D48C8C40-ECB5-44CC-9AEF-AFAF400E6EC0}" type="presParOf" srcId="{7A563E03-41AE-4C38-81B3-428BAA10FBE6}" destId="{06E5FC91-0A14-488E-81A1-4CC48AA95DAA}" srcOrd="2" destOrd="0" presId="urn:microsoft.com/office/officeart/2005/8/layout/orgChart1"/>
    <dgm:cxn modelId="{54D4F78F-FFFA-4FDB-99F6-C540E265C1A5}" type="presParOf" srcId="{66BD1769-7463-4039-94E3-DCD68997DAD6}" destId="{3C604979-D496-4C66-BB5D-EDB0F883D8B0}" srcOrd="2" destOrd="0" presId="urn:microsoft.com/office/officeart/2005/8/layout/orgChart1"/>
    <dgm:cxn modelId="{B8FE91A6-403F-47CB-841D-449715E89C42}" type="presParOf" srcId="{66BD1769-7463-4039-94E3-DCD68997DAD6}" destId="{853F28EA-D46B-43E5-99AF-AE14CE1A4B6F}" srcOrd="3" destOrd="0" presId="urn:microsoft.com/office/officeart/2005/8/layout/orgChart1"/>
    <dgm:cxn modelId="{38DE75DC-3E9F-4873-973B-FC16E73E8CD3}" type="presParOf" srcId="{853F28EA-D46B-43E5-99AF-AE14CE1A4B6F}" destId="{DF7E9241-D43D-4CB1-A36D-8D308180EF35}" srcOrd="0" destOrd="0" presId="urn:microsoft.com/office/officeart/2005/8/layout/orgChart1"/>
    <dgm:cxn modelId="{8212FA85-3D6D-4304-8DA1-31EDE2B77BFF}" type="presParOf" srcId="{DF7E9241-D43D-4CB1-A36D-8D308180EF35}" destId="{D97648B8-8576-4A63-A372-747A51374D4C}" srcOrd="0" destOrd="0" presId="urn:microsoft.com/office/officeart/2005/8/layout/orgChart1"/>
    <dgm:cxn modelId="{1B6AFF4F-00DE-4636-87CE-2039662EA875}" type="presParOf" srcId="{DF7E9241-D43D-4CB1-A36D-8D308180EF35}" destId="{7FD438BA-34B8-446E-A944-9E2B8CA7F4AD}" srcOrd="1" destOrd="0" presId="urn:microsoft.com/office/officeart/2005/8/layout/orgChart1"/>
    <dgm:cxn modelId="{3F866C6A-B467-4A52-88DC-B4415FCD16DF}" type="presParOf" srcId="{853F28EA-D46B-43E5-99AF-AE14CE1A4B6F}" destId="{AB3ABC93-1531-4326-A79F-4AC99A6DA046}" srcOrd="1" destOrd="0" presId="urn:microsoft.com/office/officeart/2005/8/layout/orgChart1"/>
    <dgm:cxn modelId="{B6BF330D-7771-4A07-9FC8-826018ED491D}" type="presParOf" srcId="{AB3ABC93-1531-4326-A79F-4AC99A6DA046}" destId="{F34FE232-1972-442A-A4C7-90711504C46E}" srcOrd="0" destOrd="0" presId="urn:microsoft.com/office/officeart/2005/8/layout/orgChart1"/>
    <dgm:cxn modelId="{AA3B133F-9C18-450D-928C-F4F3186329D8}" type="presParOf" srcId="{AB3ABC93-1531-4326-A79F-4AC99A6DA046}" destId="{8AFFC329-27CE-448B-8F6E-1163C8D037CA}" srcOrd="1" destOrd="0" presId="urn:microsoft.com/office/officeart/2005/8/layout/orgChart1"/>
    <dgm:cxn modelId="{6172F49D-A10E-45DD-BE9B-7DCDE22CC063}" type="presParOf" srcId="{8AFFC329-27CE-448B-8F6E-1163C8D037CA}" destId="{DBFD0568-5C74-4845-B7CD-3A4E70B62510}" srcOrd="0" destOrd="0" presId="urn:microsoft.com/office/officeart/2005/8/layout/orgChart1"/>
    <dgm:cxn modelId="{865A671E-623F-430A-A4D2-BCE94B272096}" type="presParOf" srcId="{DBFD0568-5C74-4845-B7CD-3A4E70B62510}" destId="{15201866-F060-4EF7-8DFC-B2FD2C09C999}" srcOrd="0" destOrd="0" presId="urn:microsoft.com/office/officeart/2005/8/layout/orgChart1"/>
    <dgm:cxn modelId="{3E2AD823-4D31-4740-A91D-9E03E7F7A830}" type="presParOf" srcId="{DBFD0568-5C74-4845-B7CD-3A4E70B62510}" destId="{D66EC387-5C93-450A-8435-71D3B100E9C6}" srcOrd="1" destOrd="0" presId="urn:microsoft.com/office/officeart/2005/8/layout/orgChart1"/>
    <dgm:cxn modelId="{2CE201C8-4DD6-4D99-B08C-9DCFE3954C51}" type="presParOf" srcId="{8AFFC329-27CE-448B-8F6E-1163C8D037CA}" destId="{9A34F5AA-39FE-4B63-8F85-FFA195955284}" srcOrd="1" destOrd="0" presId="urn:microsoft.com/office/officeart/2005/8/layout/orgChart1"/>
    <dgm:cxn modelId="{FED5E5B3-C2D7-49BA-9C24-06F27CA25D17}" type="presParOf" srcId="{9A34F5AA-39FE-4B63-8F85-FFA195955284}" destId="{A8B8F9D1-15E3-4358-92EA-63BB25CA442C}" srcOrd="0" destOrd="0" presId="urn:microsoft.com/office/officeart/2005/8/layout/orgChart1"/>
    <dgm:cxn modelId="{6DCC51A4-33F5-42FF-B88B-7C977985FC20}" type="presParOf" srcId="{9A34F5AA-39FE-4B63-8F85-FFA195955284}" destId="{2BBA1B7B-7E62-4B1E-AAD2-3E8D08EB2E51}" srcOrd="1" destOrd="0" presId="urn:microsoft.com/office/officeart/2005/8/layout/orgChart1"/>
    <dgm:cxn modelId="{D4D6AD18-BB76-4FCD-82B5-F7EA1B06B585}" type="presParOf" srcId="{2BBA1B7B-7E62-4B1E-AAD2-3E8D08EB2E51}" destId="{B19F9739-7C71-4EC0-8ED4-0745E79E953E}" srcOrd="0" destOrd="0" presId="urn:microsoft.com/office/officeart/2005/8/layout/orgChart1"/>
    <dgm:cxn modelId="{5CA077BF-10C2-4F9C-AA59-24FD8B6B0D5A}" type="presParOf" srcId="{B19F9739-7C71-4EC0-8ED4-0745E79E953E}" destId="{D4E16D46-7302-47E4-84B1-0C671F90E509}" srcOrd="0" destOrd="0" presId="urn:microsoft.com/office/officeart/2005/8/layout/orgChart1"/>
    <dgm:cxn modelId="{0B6374BB-DA6F-4259-A8BF-529F1D22BF7F}" type="presParOf" srcId="{B19F9739-7C71-4EC0-8ED4-0745E79E953E}" destId="{FCA08AFD-0247-41AD-A747-6724AC93B091}" srcOrd="1" destOrd="0" presId="urn:microsoft.com/office/officeart/2005/8/layout/orgChart1"/>
    <dgm:cxn modelId="{BB0AD846-049F-48AA-BBB7-F644C19C79D8}" type="presParOf" srcId="{2BBA1B7B-7E62-4B1E-AAD2-3E8D08EB2E51}" destId="{C80F2384-3080-4504-87BE-D008A39AF20B}" srcOrd="1" destOrd="0" presId="urn:microsoft.com/office/officeart/2005/8/layout/orgChart1"/>
    <dgm:cxn modelId="{2466F308-75FB-4777-852C-CC40A3140419}" type="presParOf" srcId="{2BBA1B7B-7E62-4B1E-AAD2-3E8D08EB2E51}" destId="{18152ED3-98B0-4C94-9D07-235DFC27F506}" srcOrd="2" destOrd="0" presId="urn:microsoft.com/office/officeart/2005/8/layout/orgChart1"/>
    <dgm:cxn modelId="{808E8A4E-230C-4B3B-BDA8-789AB464CD3A}" type="presParOf" srcId="{8AFFC329-27CE-448B-8F6E-1163C8D037CA}" destId="{5E0D989C-D5AB-4D1B-BB25-C60A062B6F0D}" srcOrd="2" destOrd="0" presId="urn:microsoft.com/office/officeart/2005/8/layout/orgChart1"/>
    <dgm:cxn modelId="{56729A6C-3996-4412-A89E-0B18CDDD274C}" type="presParOf" srcId="{853F28EA-D46B-43E5-99AF-AE14CE1A4B6F}" destId="{67BEF20C-983F-4AD6-A94E-E4E254637F13}" srcOrd="2" destOrd="0" presId="urn:microsoft.com/office/officeart/2005/8/layout/orgChart1"/>
    <dgm:cxn modelId="{B9191643-0879-4AD5-9170-B530C386A7BE}" type="presParOf" srcId="{17590F7B-8D87-4660-A8DB-2E92659B8ED9}" destId="{0601F38B-AFEB-4CB7-A4E6-886835BE7ACA}" srcOrd="2" destOrd="0" presId="urn:microsoft.com/office/officeart/2005/8/layout/orgChart1"/>
    <dgm:cxn modelId="{EEC4B815-A0BB-4C4A-94B5-14E0B8FDB4B9}" type="presParOf" srcId="{35727417-EE10-47D9-91B7-0C4505C8E38F}" destId="{F60C28C6-66DF-4988-9856-133286090F2E}" srcOrd="2" destOrd="0" presId="urn:microsoft.com/office/officeart/2005/8/layout/orgChart1"/>
    <dgm:cxn modelId="{1A9D0FE7-1617-418E-9DB9-6BC08E9775D7}" type="presParOf" srcId="{4221BB3E-DAB7-40F8-8815-8A4D2F5B7C9E}" destId="{CEC8FF98-3F41-4C8C-8AAC-CE984AB68FD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73F225-C982-442B-B8DB-8FE9AA89963C}">
      <dsp:nvSpPr>
        <dsp:cNvPr id="0" name=""/>
        <dsp:cNvSpPr/>
      </dsp:nvSpPr>
      <dsp:spPr>
        <a:xfrm>
          <a:off x="0" y="1808"/>
          <a:ext cx="6245265" cy="77044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CA7B57-8477-4F7A-ACB5-3CBCF14B9539}">
      <dsp:nvSpPr>
        <dsp:cNvPr id="0" name=""/>
        <dsp:cNvSpPr/>
      </dsp:nvSpPr>
      <dsp:spPr>
        <a:xfrm>
          <a:off x="233059" y="175158"/>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6F4353-21F2-4611-9E73-832B6C252311}">
      <dsp:nvSpPr>
        <dsp:cNvPr id="0" name=""/>
        <dsp:cNvSpPr/>
      </dsp:nvSpPr>
      <dsp:spPr>
        <a:xfrm>
          <a:off x="889864" y="1808"/>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100000"/>
            </a:lnSpc>
            <a:spcBef>
              <a:spcPct val="0"/>
            </a:spcBef>
            <a:spcAft>
              <a:spcPct val="35000"/>
            </a:spcAft>
            <a:buNone/>
          </a:pPr>
          <a:r>
            <a:rPr lang="en-IN" sz="1500" kern="1200" dirty="0"/>
            <a:t>Students have to manage marks, assignments, deadlines and study topics during their ongoing semester. </a:t>
          </a:r>
          <a:endParaRPr lang="en-US" sz="1500" kern="1200" dirty="0"/>
        </a:p>
      </dsp:txBody>
      <dsp:txXfrm>
        <a:off x="889864" y="1808"/>
        <a:ext cx="5355400" cy="770445"/>
      </dsp:txXfrm>
    </dsp:sp>
    <dsp:sp modelId="{BE5AA46A-F133-438F-8B8C-D4B3A418F52F}">
      <dsp:nvSpPr>
        <dsp:cNvPr id="0" name=""/>
        <dsp:cNvSpPr/>
      </dsp:nvSpPr>
      <dsp:spPr>
        <a:xfrm>
          <a:off x="0" y="964865"/>
          <a:ext cx="6245265" cy="77044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57BB1E-8EBC-45F5-92A6-B6479163C8D5}">
      <dsp:nvSpPr>
        <dsp:cNvPr id="0" name=""/>
        <dsp:cNvSpPr/>
      </dsp:nvSpPr>
      <dsp:spPr>
        <a:xfrm>
          <a:off x="233059" y="1138215"/>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4788FA-C928-44D1-B795-5F9679BAADE6}">
      <dsp:nvSpPr>
        <dsp:cNvPr id="0" name=""/>
        <dsp:cNvSpPr/>
      </dsp:nvSpPr>
      <dsp:spPr>
        <a:xfrm>
          <a:off x="889864" y="964865"/>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100000"/>
            </a:lnSpc>
            <a:spcBef>
              <a:spcPct val="0"/>
            </a:spcBef>
            <a:spcAft>
              <a:spcPct val="35000"/>
            </a:spcAft>
            <a:buNone/>
          </a:pPr>
          <a:r>
            <a:rPr lang="en-IN" sz="1500" kern="1200" dirty="0"/>
            <a:t>This information is often maintained separately in notebooks, ERP , class </a:t>
          </a:r>
          <a:r>
            <a:rPr lang="en-IN" sz="1500" kern="1200" dirty="0" err="1"/>
            <a:t>whatsapp</a:t>
          </a:r>
          <a:r>
            <a:rPr lang="en-IN" sz="1500" kern="1200" dirty="0"/>
            <a:t> groups or other applications. </a:t>
          </a:r>
          <a:endParaRPr lang="en-US" sz="1500" kern="1200" dirty="0"/>
        </a:p>
      </dsp:txBody>
      <dsp:txXfrm>
        <a:off x="889864" y="964865"/>
        <a:ext cx="5355400" cy="770445"/>
      </dsp:txXfrm>
    </dsp:sp>
    <dsp:sp modelId="{E62EA0A3-62C3-47DE-8AEF-EBC0A2558A0C}">
      <dsp:nvSpPr>
        <dsp:cNvPr id="0" name=""/>
        <dsp:cNvSpPr/>
      </dsp:nvSpPr>
      <dsp:spPr>
        <a:xfrm>
          <a:off x="0" y="1927922"/>
          <a:ext cx="6245265" cy="77044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B48D99-EC28-42F3-BC3F-D2ABFCB2CE25}">
      <dsp:nvSpPr>
        <dsp:cNvPr id="0" name=""/>
        <dsp:cNvSpPr/>
      </dsp:nvSpPr>
      <dsp:spPr>
        <a:xfrm>
          <a:off x="233059" y="2101272"/>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4DF2DE-993B-489E-A8F0-878EBEAF2E62}">
      <dsp:nvSpPr>
        <dsp:cNvPr id="0" name=""/>
        <dsp:cNvSpPr/>
      </dsp:nvSpPr>
      <dsp:spPr>
        <a:xfrm>
          <a:off x="889864" y="1927922"/>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100000"/>
            </a:lnSpc>
            <a:spcBef>
              <a:spcPct val="0"/>
            </a:spcBef>
            <a:spcAft>
              <a:spcPct val="35000"/>
            </a:spcAft>
            <a:buNone/>
          </a:pPr>
          <a:r>
            <a:rPr lang="en-IN" sz="1500" kern="1200" dirty="0"/>
            <a:t>It can become difficult to decide which subject needs more attention and which task should be completed first. </a:t>
          </a:r>
          <a:endParaRPr lang="en-US" sz="1500" kern="1200" dirty="0"/>
        </a:p>
      </dsp:txBody>
      <dsp:txXfrm>
        <a:off x="889864" y="1927922"/>
        <a:ext cx="5355400" cy="770445"/>
      </dsp:txXfrm>
    </dsp:sp>
    <dsp:sp modelId="{1068FD17-4F22-4677-A8E3-B9AE0E3D152F}">
      <dsp:nvSpPr>
        <dsp:cNvPr id="0" name=""/>
        <dsp:cNvSpPr/>
      </dsp:nvSpPr>
      <dsp:spPr>
        <a:xfrm>
          <a:off x="0" y="2890979"/>
          <a:ext cx="6245265" cy="77044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78C7DD-38F0-4980-8A55-26953EF0D5CF}">
      <dsp:nvSpPr>
        <dsp:cNvPr id="0" name=""/>
        <dsp:cNvSpPr/>
      </dsp:nvSpPr>
      <dsp:spPr>
        <a:xfrm>
          <a:off x="233059" y="3064329"/>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5F1BE8-243B-4975-80DE-BE98A1F76313}">
      <dsp:nvSpPr>
        <dsp:cNvPr id="0" name=""/>
        <dsp:cNvSpPr/>
      </dsp:nvSpPr>
      <dsp:spPr>
        <a:xfrm>
          <a:off x="889864" y="2890979"/>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100000"/>
            </a:lnSpc>
            <a:spcBef>
              <a:spcPct val="0"/>
            </a:spcBef>
            <a:spcAft>
              <a:spcPct val="35000"/>
            </a:spcAft>
            <a:buNone/>
          </a:pPr>
          <a:r>
            <a:rPr lang="en-IN" sz="1500" kern="1200" dirty="0"/>
            <a:t>Our project brings all these activities together in one system. </a:t>
          </a:r>
          <a:endParaRPr lang="en-US" sz="1500" kern="1200" dirty="0"/>
        </a:p>
      </dsp:txBody>
      <dsp:txXfrm>
        <a:off x="889864" y="2890979"/>
        <a:ext cx="5355400" cy="770445"/>
      </dsp:txXfrm>
    </dsp:sp>
    <dsp:sp modelId="{04ECDE5C-1FE7-4E55-9FA2-62D7401F1930}">
      <dsp:nvSpPr>
        <dsp:cNvPr id="0" name=""/>
        <dsp:cNvSpPr/>
      </dsp:nvSpPr>
      <dsp:spPr>
        <a:xfrm>
          <a:off x="0" y="3854036"/>
          <a:ext cx="6245265" cy="770445"/>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84FA81-32B0-4EB6-B172-7322C93CF211}">
      <dsp:nvSpPr>
        <dsp:cNvPr id="0" name=""/>
        <dsp:cNvSpPr/>
      </dsp:nvSpPr>
      <dsp:spPr>
        <a:xfrm>
          <a:off x="233059" y="4027386"/>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736949-A77D-491F-8F65-88981FFE52FE}">
      <dsp:nvSpPr>
        <dsp:cNvPr id="0" name=""/>
        <dsp:cNvSpPr/>
      </dsp:nvSpPr>
      <dsp:spPr>
        <a:xfrm>
          <a:off x="889864" y="3854036"/>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100000"/>
            </a:lnSpc>
            <a:spcBef>
              <a:spcPct val="0"/>
            </a:spcBef>
            <a:spcAft>
              <a:spcPct val="35000"/>
            </a:spcAft>
            <a:buNone/>
          </a:pPr>
          <a:r>
            <a:rPr lang="en-IN" sz="1500" kern="1200" dirty="0"/>
            <a:t>The system uses </a:t>
          </a:r>
          <a:r>
            <a:rPr lang="en-IN" sz="1500" b="1" kern="1200" dirty="0"/>
            <a:t>Data Structures and Algorithms in C</a:t>
          </a:r>
          <a:r>
            <a:rPr lang="en-IN" sz="1500" kern="1200" dirty="0"/>
            <a:t> to organize and process academic information. </a:t>
          </a:r>
          <a:endParaRPr lang="en-US" sz="1500" kern="1200" dirty="0"/>
        </a:p>
      </dsp:txBody>
      <dsp:txXfrm>
        <a:off x="889864" y="3854036"/>
        <a:ext cx="5355400" cy="770445"/>
      </dsp:txXfrm>
    </dsp:sp>
    <dsp:sp modelId="{80BB11A0-2DAB-4ABF-8DEF-80BF7121AB48}">
      <dsp:nvSpPr>
        <dsp:cNvPr id="0" name=""/>
        <dsp:cNvSpPr/>
      </dsp:nvSpPr>
      <dsp:spPr>
        <a:xfrm>
          <a:off x="0" y="4817093"/>
          <a:ext cx="6245265" cy="77044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1458E5-4F07-44A9-B168-144794216336}">
      <dsp:nvSpPr>
        <dsp:cNvPr id="0" name=""/>
        <dsp:cNvSpPr/>
      </dsp:nvSpPr>
      <dsp:spPr>
        <a:xfrm>
          <a:off x="233059" y="4990443"/>
          <a:ext cx="423745" cy="42374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E7F431-0192-4BF8-978A-48F6C511E886}">
      <dsp:nvSpPr>
        <dsp:cNvPr id="0" name=""/>
        <dsp:cNvSpPr/>
      </dsp:nvSpPr>
      <dsp:spPr>
        <a:xfrm>
          <a:off x="889864" y="4817093"/>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666750">
            <a:lnSpc>
              <a:spcPct val="100000"/>
            </a:lnSpc>
            <a:spcBef>
              <a:spcPct val="0"/>
            </a:spcBef>
            <a:spcAft>
              <a:spcPct val="35000"/>
            </a:spcAft>
            <a:buNone/>
          </a:pPr>
          <a:r>
            <a:rPr lang="en-IN" sz="1500" kern="1200" dirty="0"/>
            <a:t>It also provides </a:t>
          </a:r>
          <a:r>
            <a:rPr lang="en-IN" sz="1500" b="1" kern="1200" dirty="0"/>
            <a:t>rule-based study recommendations</a:t>
          </a:r>
          <a:r>
            <a:rPr lang="en-IN" sz="1500" kern="1200" dirty="0"/>
            <a:t> based on marks, deadlines and topic status. </a:t>
          </a:r>
          <a:endParaRPr lang="en-US" sz="1500" kern="1200" dirty="0"/>
        </a:p>
      </dsp:txBody>
      <dsp:txXfrm>
        <a:off x="889864" y="4817093"/>
        <a:ext cx="5355400" cy="7704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F019B9-DC15-4D7F-B203-D80980FC19B4}">
      <dsp:nvSpPr>
        <dsp:cNvPr id="0" name=""/>
        <dsp:cNvSpPr/>
      </dsp:nvSpPr>
      <dsp:spPr>
        <a:xfrm>
          <a:off x="0" y="490243"/>
          <a:ext cx="1685425" cy="101125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IN" sz="1400" b="1" kern="1200" dirty="0">
              <a:latin typeface="Aptos Display" panose="02110004020202020204"/>
            </a:rPr>
            <a:t>Problem Statement</a:t>
          </a:r>
          <a:endParaRPr lang="en-US" sz="1400" b="0" kern="1200" dirty="0"/>
        </a:p>
      </dsp:txBody>
      <dsp:txXfrm>
        <a:off x="0" y="490243"/>
        <a:ext cx="1685425" cy="1011255"/>
      </dsp:txXfrm>
    </dsp:sp>
    <dsp:sp modelId="{7E6E4323-652B-4524-B628-6EF4452A747B}">
      <dsp:nvSpPr>
        <dsp:cNvPr id="0" name=""/>
        <dsp:cNvSpPr/>
      </dsp:nvSpPr>
      <dsp:spPr>
        <a:xfrm>
          <a:off x="1853967" y="490243"/>
          <a:ext cx="1685425" cy="101125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Students at present manage different academic activities separately, such as:</a:t>
          </a:r>
          <a:endParaRPr lang="en-US" sz="1400" kern="1200" dirty="0"/>
        </a:p>
      </dsp:txBody>
      <dsp:txXfrm>
        <a:off x="1853967" y="490243"/>
        <a:ext cx="1685425" cy="1011255"/>
      </dsp:txXfrm>
    </dsp:sp>
    <dsp:sp modelId="{3D01FC95-D04E-45C2-951C-A4FC7A2B8498}">
      <dsp:nvSpPr>
        <dsp:cNvPr id="0" name=""/>
        <dsp:cNvSpPr/>
      </dsp:nvSpPr>
      <dsp:spPr>
        <a:xfrm>
          <a:off x="3707935" y="490243"/>
          <a:ext cx="1685425" cy="1011255"/>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Subject marks and performance </a:t>
          </a:r>
          <a:endParaRPr lang="en-US" sz="1400" kern="1200" dirty="0"/>
        </a:p>
      </dsp:txBody>
      <dsp:txXfrm>
        <a:off x="3707935" y="490243"/>
        <a:ext cx="1685425" cy="1011255"/>
      </dsp:txXfrm>
    </dsp:sp>
    <dsp:sp modelId="{467484F5-AA28-400B-A8D8-D1F006C970FD}">
      <dsp:nvSpPr>
        <dsp:cNvPr id="0" name=""/>
        <dsp:cNvSpPr/>
      </dsp:nvSpPr>
      <dsp:spPr>
        <a:xfrm>
          <a:off x="0" y="1670041"/>
          <a:ext cx="1685425" cy="1011255"/>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Assignments and deadlines </a:t>
          </a:r>
          <a:endParaRPr lang="en-US" sz="1400" kern="1200" dirty="0"/>
        </a:p>
      </dsp:txBody>
      <dsp:txXfrm>
        <a:off x="0" y="1670041"/>
        <a:ext cx="1685425" cy="1011255"/>
      </dsp:txXfrm>
    </dsp:sp>
    <dsp:sp modelId="{D28474B1-9B11-49C8-BDFE-E3DD989FC863}">
      <dsp:nvSpPr>
        <dsp:cNvPr id="0" name=""/>
        <dsp:cNvSpPr/>
      </dsp:nvSpPr>
      <dsp:spPr>
        <a:xfrm>
          <a:off x="1853967" y="1670041"/>
          <a:ext cx="1685425" cy="1011255"/>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Pending study tasks </a:t>
          </a:r>
          <a:endParaRPr lang="en-US" sz="1400" kern="1200" dirty="0"/>
        </a:p>
      </dsp:txBody>
      <dsp:txXfrm>
        <a:off x="1853967" y="1670041"/>
        <a:ext cx="1685425" cy="1011255"/>
      </dsp:txXfrm>
    </dsp:sp>
    <dsp:sp modelId="{2AEE4FA7-6F83-4496-8205-C54958ED35FC}">
      <dsp:nvSpPr>
        <dsp:cNvPr id="0" name=""/>
        <dsp:cNvSpPr/>
      </dsp:nvSpPr>
      <dsp:spPr>
        <a:xfrm>
          <a:off x="3707935" y="1670041"/>
          <a:ext cx="1685425" cy="1011255"/>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Study topics and their completion status </a:t>
          </a:r>
          <a:endParaRPr lang="en-US" sz="1400" kern="1200" dirty="0"/>
        </a:p>
      </dsp:txBody>
      <dsp:txXfrm>
        <a:off x="3707935" y="1670041"/>
        <a:ext cx="1685425" cy="1011255"/>
      </dsp:txXfrm>
    </dsp:sp>
    <dsp:sp modelId="{F102A1C2-6686-4F91-81B0-C1DB7A529303}">
      <dsp:nvSpPr>
        <dsp:cNvPr id="0" name=""/>
        <dsp:cNvSpPr/>
      </dsp:nvSpPr>
      <dsp:spPr>
        <a:xfrm>
          <a:off x="926983" y="2849839"/>
          <a:ext cx="1685425" cy="1011255"/>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Recently studied topics </a:t>
          </a:r>
          <a:endParaRPr lang="en-US" sz="1400" kern="1200" dirty="0"/>
        </a:p>
      </dsp:txBody>
      <dsp:txXfrm>
        <a:off x="926983" y="2849839"/>
        <a:ext cx="1685425" cy="1011255"/>
      </dsp:txXfrm>
    </dsp:sp>
    <dsp:sp modelId="{0246358C-BA0C-4BCE-B66F-4E022A23935B}">
      <dsp:nvSpPr>
        <dsp:cNvPr id="0" name=""/>
        <dsp:cNvSpPr/>
      </dsp:nvSpPr>
      <dsp:spPr>
        <a:xfrm>
          <a:off x="2780951" y="2849839"/>
          <a:ext cx="1685425" cy="1011255"/>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Topic prerequisites </a:t>
          </a:r>
          <a:endParaRPr lang="en-US" sz="1400" kern="1200" dirty="0"/>
        </a:p>
      </dsp:txBody>
      <dsp:txXfrm>
        <a:off x="2780951" y="2849839"/>
        <a:ext cx="1685425" cy="10112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6E7FED-24D7-40D2-B471-D16DC8DC8E27}">
      <dsp:nvSpPr>
        <dsp:cNvPr id="0" name=""/>
        <dsp:cNvSpPr/>
      </dsp:nvSpPr>
      <dsp:spPr>
        <a:xfrm>
          <a:off x="1558719" y="838149"/>
          <a:ext cx="327368" cy="91440"/>
        </a:xfrm>
        <a:custGeom>
          <a:avLst/>
          <a:gdLst/>
          <a:ahLst/>
          <a:cxnLst/>
          <a:rect l="0" t="0" r="0" b="0"/>
          <a:pathLst>
            <a:path>
              <a:moveTo>
                <a:pt x="0" y="45720"/>
              </a:moveTo>
              <a:lnTo>
                <a:pt x="327368"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713454" y="882079"/>
        <a:ext cx="17898" cy="3579"/>
      </dsp:txXfrm>
    </dsp:sp>
    <dsp:sp modelId="{5D9CD884-ADDC-4CD9-8C88-4344B4166D07}">
      <dsp:nvSpPr>
        <dsp:cNvPr id="0" name=""/>
        <dsp:cNvSpPr/>
      </dsp:nvSpPr>
      <dsp:spPr>
        <a:xfrm>
          <a:off x="4134" y="416954"/>
          <a:ext cx="1556384" cy="93383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en-IN" sz="1400" kern="1200" dirty="0">
              <a:latin typeface="Calibri"/>
              <a:ea typeface="Calibri"/>
              <a:cs typeface="Calibri"/>
            </a:rPr>
            <a:t>Student Input</a:t>
          </a:r>
          <a:endParaRPr lang="en-GB" sz="1400" kern="1200" dirty="0">
            <a:latin typeface="Calibri"/>
            <a:ea typeface="Calibri"/>
            <a:cs typeface="Calibri"/>
          </a:endParaRPr>
        </a:p>
      </dsp:txBody>
      <dsp:txXfrm>
        <a:off x="4134" y="416954"/>
        <a:ext cx="1556384" cy="933830"/>
      </dsp:txXfrm>
    </dsp:sp>
    <dsp:sp modelId="{CE61A6C7-50DA-4EC5-8465-AEC712DD979B}">
      <dsp:nvSpPr>
        <dsp:cNvPr id="0" name=""/>
        <dsp:cNvSpPr/>
      </dsp:nvSpPr>
      <dsp:spPr>
        <a:xfrm>
          <a:off x="3473072" y="838149"/>
          <a:ext cx="327368" cy="91440"/>
        </a:xfrm>
        <a:custGeom>
          <a:avLst/>
          <a:gdLst/>
          <a:ahLst/>
          <a:cxnLst/>
          <a:rect l="0" t="0" r="0" b="0"/>
          <a:pathLst>
            <a:path>
              <a:moveTo>
                <a:pt x="0" y="45720"/>
              </a:moveTo>
              <a:lnTo>
                <a:pt x="327368"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627808" y="882079"/>
        <a:ext cx="17898" cy="3579"/>
      </dsp:txXfrm>
    </dsp:sp>
    <dsp:sp modelId="{E73681E7-8D48-4F01-BC5D-A67F5EC47543}">
      <dsp:nvSpPr>
        <dsp:cNvPr id="0" name=""/>
        <dsp:cNvSpPr/>
      </dsp:nvSpPr>
      <dsp:spPr>
        <a:xfrm>
          <a:off x="1918488" y="416954"/>
          <a:ext cx="1556384" cy="933830"/>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a:ea typeface="Calibri"/>
              <a:cs typeface="Calibri"/>
            </a:rPr>
            <a:t>Academic Data Collection</a:t>
          </a:r>
          <a:endParaRPr lang="en-GB" sz="1400" kern="1200" dirty="0">
            <a:latin typeface="Calibri"/>
            <a:ea typeface="Calibri"/>
            <a:cs typeface="Calibri"/>
          </a:endParaRPr>
        </a:p>
      </dsp:txBody>
      <dsp:txXfrm>
        <a:off x="1918488" y="416954"/>
        <a:ext cx="1556384" cy="933830"/>
      </dsp:txXfrm>
    </dsp:sp>
    <dsp:sp modelId="{0D84EE88-BE7D-4F6E-A705-E8A57B1AA870}">
      <dsp:nvSpPr>
        <dsp:cNvPr id="0" name=""/>
        <dsp:cNvSpPr/>
      </dsp:nvSpPr>
      <dsp:spPr>
        <a:xfrm>
          <a:off x="782327" y="1348984"/>
          <a:ext cx="3828706" cy="327368"/>
        </a:xfrm>
        <a:custGeom>
          <a:avLst/>
          <a:gdLst/>
          <a:ahLst/>
          <a:cxnLst/>
          <a:rect l="0" t="0" r="0" b="0"/>
          <a:pathLst>
            <a:path>
              <a:moveTo>
                <a:pt x="3828706" y="0"/>
              </a:moveTo>
              <a:lnTo>
                <a:pt x="3828706" y="180784"/>
              </a:lnTo>
              <a:lnTo>
                <a:pt x="0" y="180784"/>
              </a:lnTo>
              <a:lnTo>
                <a:pt x="0" y="327368"/>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600545" y="1510879"/>
        <a:ext cx="192270" cy="3579"/>
      </dsp:txXfrm>
    </dsp:sp>
    <dsp:sp modelId="{46DD5DA2-3278-4943-957D-559614DF3452}">
      <dsp:nvSpPr>
        <dsp:cNvPr id="0" name=""/>
        <dsp:cNvSpPr/>
      </dsp:nvSpPr>
      <dsp:spPr>
        <a:xfrm>
          <a:off x="3832841" y="416954"/>
          <a:ext cx="1556384" cy="933830"/>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a:ea typeface="Calibri"/>
              <a:cs typeface="Calibri"/>
            </a:rPr>
            <a:t>Data Storage</a:t>
          </a:r>
          <a:endParaRPr lang="en-GB" sz="1400" kern="1200" dirty="0">
            <a:latin typeface="Calibri"/>
            <a:ea typeface="Calibri"/>
            <a:cs typeface="Calibri"/>
          </a:endParaRPr>
        </a:p>
      </dsp:txBody>
      <dsp:txXfrm>
        <a:off x="3832841" y="416954"/>
        <a:ext cx="1556384" cy="933830"/>
      </dsp:txXfrm>
    </dsp:sp>
    <dsp:sp modelId="{7FEDFBBA-6B1D-459E-9650-BF622D0ACAD8}">
      <dsp:nvSpPr>
        <dsp:cNvPr id="0" name=""/>
        <dsp:cNvSpPr/>
      </dsp:nvSpPr>
      <dsp:spPr>
        <a:xfrm>
          <a:off x="1558719" y="2129949"/>
          <a:ext cx="327368" cy="91440"/>
        </a:xfrm>
        <a:custGeom>
          <a:avLst/>
          <a:gdLst/>
          <a:ahLst/>
          <a:cxnLst/>
          <a:rect l="0" t="0" r="0" b="0"/>
          <a:pathLst>
            <a:path>
              <a:moveTo>
                <a:pt x="0" y="45720"/>
              </a:moveTo>
              <a:lnTo>
                <a:pt x="327368"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713454" y="2173879"/>
        <a:ext cx="17898" cy="3579"/>
      </dsp:txXfrm>
    </dsp:sp>
    <dsp:sp modelId="{F8476C86-F599-4879-98C9-CC1ED5FDEA0F}">
      <dsp:nvSpPr>
        <dsp:cNvPr id="0" name=""/>
        <dsp:cNvSpPr/>
      </dsp:nvSpPr>
      <dsp:spPr>
        <a:xfrm>
          <a:off x="4134" y="1708753"/>
          <a:ext cx="1556384" cy="933830"/>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a:ea typeface="Calibri"/>
              <a:cs typeface="Calibri"/>
            </a:rPr>
            <a:t>DSA-Based Processing</a:t>
          </a:r>
          <a:endParaRPr lang="en-GB" sz="1400" kern="1200" dirty="0">
            <a:latin typeface="Calibri"/>
            <a:ea typeface="Calibri"/>
            <a:cs typeface="Calibri"/>
          </a:endParaRPr>
        </a:p>
      </dsp:txBody>
      <dsp:txXfrm>
        <a:off x="4134" y="1708753"/>
        <a:ext cx="1556384" cy="933830"/>
      </dsp:txXfrm>
    </dsp:sp>
    <dsp:sp modelId="{E2C2551C-4FD6-49CD-A4BD-DF244F02C0CF}">
      <dsp:nvSpPr>
        <dsp:cNvPr id="0" name=""/>
        <dsp:cNvSpPr/>
      </dsp:nvSpPr>
      <dsp:spPr>
        <a:xfrm>
          <a:off x="3473072" y="2129949"/>
          <a:ext cx="327368" cy="91440"/>
        </a:xfrm>
        <a:custGeom>
          <a:avLst/>
          <a:gdLst/>
          <a:ahLst/>
          <a:cxnLst/>
          <a:rect l="0" t="0" r="0" b="0"/>
          <a:pathLst>
            <a:path>
              <a:moveTo>
                <a:pt x="0" y="45720"/>
              </a:moveTo>
              <a:lnTo>
                <a:pt x="327368"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3627808" y="2173879"/>
        <a:ext cx="17898" cy="3579"/>
      </dsp:txXfrm>
    </dsp:sp>
    <dsp:sp modelId="{441830C1-C143-477C-9C4F-37CD7CD18C82}">
      <dsp:nvSpPr>
        <dsp:cNvPr id="0" name=""/>
        <dsp:cNvSpPr/>
      </dsp:nvSpPr>
      <dsp:spPr>
        <a:xfrm>
          <a:off x="1918488" y="1708753"/>
          <a:ext cx="1556384" cy="933830"/>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a:ea typeface="Calibri"/>
              <a:cs typeface="Calibri"/>
            </a:rPr>
            <a:t>Academic Analysis</a:t>
          </a:r>
          <a:endParaRPr lang="en-GB" sz="1400" kern="1200" dirty="0">
            <a:latin typeface="Calibri"/>
            <a:ea typeface="Calibri"/>
            <a:cs typeface="Calibri"/>
          </a:endParaRPr>
        </a:p>
      </dsp:txBody>
      <dsp:txXfrm>
        <a:off x="1918488" y="1708753"/>
        <a:ext cx="1556384" cy="933830"/>
      </dsp:txXfrm>
    </dsp:sp>
    <dsp:sp modelId="{04CD61F0-B4E6-4299-90A3-F7D6866FE158}">
      <dsp:nvSpPr>
        <dsp:cNvPr id="0" name=""/>
        <dsp:cNvSpPr/>
      </dsp:nvSpPr>
      <dsp:spPr>
        <a:xfrm>
          <a:off x="782327" y="2640784"/>
          <a:ext cx="3828706" cy="327368"/>
        </a:xfrm>
        <a:custGeom>
          <a:avLst/>
          <a:gdLst/>
          <a:ahLst/>
          <a:cxnLst/>
          <a:rect l="0" t="0" r="0" b="0"/>
          <a:pathLst>
            <a:path>
              <a:moveTo>
                <a:pt x="3828706" y="0"/>
              </a:moveTo>
              <a:lnTo>
                <a:pt x="3828706" y="180784"/>
              </a:lnTo>
              <a:lnTo>
                <a:pt x="0" y="180784"/>
              </a:lnTo>
              <a:lnTo>
                <a:pt x="0" y="327368"/>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2600545" y="2802678"/>
        <a:ext cx="192270" cy="3579"/>
      </dsp:txXfrm>
    </dsp:sp>
    <dsp:sp modelId="{B9E66DA6-6BA0-4596-963C-5CF0D17F71AC}">
      <dsp:nvSpPr>
        <dsp:cNvPr id="0" name=""/>
        <dsp:cNvSpPr/>
      </dsp:nvSpPr>
      <dsp:spPr>
        <a:xfrm>
          <a:off x="3832841" y="1708753"/>
          <a:ext cx="1556384" cy="93383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a:ea typeface="Calibri"/>
              <a:cs typeface="Calibri"/>
            </a:rPr>
            <a:t>Rule-Based Recommendations</a:t>
          </a:r>
          <a:endParaRPr lang="en-GB" sz="1400" kern="1200" dirty="0">
            <a:latin typeface="Calibri"/>
            <a:ea typeface="Calibri"/>
            <a:cs typeface="Calibri"/>
          </a:endParaRPr>
        </a:p>
      </dsp:txBody>
      <dsp:txXfrm>
        <a:off x="3832841" y="1708753"/>
        <a:ext cx="1556384" cy="933830"/>
      </dsp:txXfrm>
    </dsp:sp>
    <dsp:sp modelId="{8572F899-9BDE-4C35-9D3B-5B4E544E311D}">
      <dsp:nvSpPr>
        <dsp:cNvPr id="0" name=""/>
        <dsp:cNvSpPr/>
      </dsp:nvSpPr>
      <dsp:spPr>
        <a:xfrm>
          <a:off x="4134" y="3000553"/>
          <a:ext cx="1556384" cy="933830"/>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IN" sz="1400" kern="1200" dirty="0">
              <a:latin typeface="Calibri"/>
              <a:ea typeface="Calibri"/>
              <a:cs typeface="Calibri"/>
            </a:rPr>
            <a:t>Dashboard / Results</a:t>
          </a:r>
          <a:endParaRPr lang="en-GB" sz="1400" kern="1200" dirty="0">
            <a:latin typeface="Calibri"/>
            <a:ea typeface="Calibri"/>
            <a:cs typeface="Calibri"/>
          </a:endParaRPr>
        </a:p>
      </dsp:txBody>
      <dsp:txXfrm>
        <a:off x="4134" y="3000553"/>
        <a:ext cx="1556384" cy="9338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B8F9D1-15E3-4358-92EA-63BB25CA442C}">
      <dsp:nvSpPr>
        <dsp:cNvPr id="0" name=""/>
        <dsp:cNvSpPr/>
      </dsp:nvSpPr>
      <dsp:spPr>
        <a:xfrm>
          <a:off x="6031680" y="5553131"/>
          <a:ext cx="249231" cy="764310"/>
        </a:xfrm>
        <a:custGeom>
          <a:avLst/>
          <a:gdLst/>
          <a:ahLst/>
          <a:cxnLst/>
          <a:rect l="0" t="0" r="0" b="0"/>
          <a:pathLst>
            <a:path>
              <a:moveTo>
                <a:pt x="0" y="0"/>
              </a:moveTo>
              <a:lnTo>
                <a:pt x="0" y="764310"/>
              </a:lnTo>
              <a:lnTo>
                <a:pt x="249231" y="764310"/>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34FE232-1972-442A-A4C7-90711504C46E}">
      <dsp:nvSpPr>
        <dsp:cNvPr id="0" name=""/>
        <dsp:cNvSpPr/>
      </dsp:nvSpPr>
      <dsp:spPr>
        <a:xfrm>
          <a:off x="6650578" y="4373434"/>
          <a:ext cx="91440" cy="348924"/>
        </a:xfrm>
        <a:custGeom>
          <a:avLst/>
          <a:gdLst/>
          <a:ahLst/>
          <a:cxnLst/>
          <a:rect l="0" t="0" r="0" b="0"/>
          <a:pathLst>
            <a:path>
              <a:moveTo>
                <a:pt x="45720" y="0"/>
              </a:moveTo>
              <a:lnTo>
                <a:pt x="45720" y="348924"/>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604979-D496-4C66-BB5D-EDB0F883D8B0}">
      <dsp:nvSpPr>
        <dsp:cNvPr id="0" name=""/>
        <dsp:cNvSpPr/>
      </dsp:nvSpPr>
      <dsp:spPr>
        <a:xfrm>
          <a:off x="5691063" y="3193736"/>
          <a:ext cx="1005235" cy="348924"/>
        </a:xfrm>
        <a:custGeom>
          <a:avLst/>
          <a:gdLst/>
          <a:ahLst/>
          <a:cxnLst/>
          <a:rect l="0" t="0" r="0" b="0"/>
          <a:pathLst>
            <a:path>
              <a:moveTo>
                <a:pt x="0" y="0"/>
              </a:moveTo>
              <a:lnTo>
                <a:pt x="0" y="174462"/>
              </a:lnTo>
              <a:lnTo>
                <a:pt x="1005235" y="174462"/>
              </a:lnTo>
              <a:lnTo>
                <a:pt x="1005235" y="348924"/>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A9115A-FE9B-4134-B57F-76FC80C346AE}">
      <dsp:nvSpPr>
        <dsp:cNvPr id="0" name=""/>
        <dsp:cNvSpPr/>
      </dsp:nvSpPr>
      <dsp:spPr>
        <a:xfrm>
          <a:off x="4685828" y="3193736"/>
          <a:ext cx="1005235" cy="348924"/>
        </a:xfrm>
        <a:custGeom>
          <a:avLst/>
          <a:gdLst/>
          <a:ahLst/>
          <a:cxnLst/>
          <a:rect l="0" t="0" r="0" b="0"/>
          <a:pathLst>
            <a:path>
              <a:moveTo>
                <a:pt x="1005235" y="0"/>
              </a:moveTo>
              <a:lnTo>
                <a:pt x="1005235" y="174462"/>
              </a:lnTo>
              <a:lnTo>
                <a:pt x="0" y="174462"/>
              </a:lnTo>
              <a:lnTo>
                <a:pt x="0" y="348924"/>
              </a:lnTo>
            </a:path>
          </a:pathLst>
        </a:custGeom>
        <a:noFill/>
        <a:ln w="1905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F392A1-ADCB-4076-B376-343F47726E50}">
      <dsp:nvSpPr>
        <dsp:cNvPr id="0" name=""/>
        <dsp:cNvSpPr/>
      </dsp:nvSpPr>
      <dsp:spPr>
        <a:xfrm>
          <a:off x="5645343" y="2014039"/>
          <a:ext cx="91440" cy="348924"/>
        </a:xfrm>
        <a:custGeom>
          <a:avLst/>
          <a:gdLst/>
          <a:ahLst/>
          <a:cxnLst/>
          <a:rect l="0" t="0" r="0" b="0"/>
          <a:pathLst>
            <a:path>
              <a:moveTo>
                <a:pt x="45720" y="0"/>
              </a:moveTo>
              <a:lnTo>
                <a:pt x="45720" y="348924"/>
              </a:lnTo>
            </a:path>
          </a:pathLst>
        </a:custGeom>
        <a:noFill/>
        <a:ln w="1905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E35988-5E09-48C1-9261-3C26463CDD9F}">
      <dsp:nvSpPr>
        <dsp:cNvPr id="0" name=""/>
        <dsp:cNvSpPr/>
      </dsp:nvSpPr>
      <dsp:spPr>
        <a:xfrm>
          <a:off x="5645343" y="834342"/>
          <a:ext cx="91440" cy="348924"/>
        </a:xfrm>
        <a:custGeom>
          <a:avLst/>
          <a:gdLst/>
          <a:ahLst/>
          <a:cxnLst/>
          <a:rect l="0" t="0" r="0" b="0"/>
          <a:pathLst>
            <a:path>
              <a:moveTo>
                <a:pt x="45720" y="0"/>
              </a:moveTo>
              <a:lnTo>
                <a:pt x="45720" y="348924"/>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24C10D-1B9B-43E4-8654-5CA9721B19AD}">
      <dsp:nvSpPr>
        <dsp:cNvPr id="0" name=""/>
        <dsp:cNvSpPr/>
      </dsp:nvSpPr>
      <dsp:spPr>
        <a:xfrm>
          <a:off x="4860290" y="3569"/>
          <a:ext cx="1661545" cy="83077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Student(Enter\view information)</a:t>
          </a:r>
        </a:p>
      </dsp:txBody>
      <dsp:txXfrm>
        <a:off x="4860290" y="3569"/>
        <a:ext cx="1661545" cy="830772"/>
      </dsp:txXfrm>
    </dsp:sp>
    <dsp:sp modelId="{3642C4E9-582E-485D-B5C5-BCB5F0D8018D}">
      <dsp:nvSpPr>
        <dsp:cNvPr id="0" name=""/>
        <dsp:cNvSpPr/>
      </dsp:nvSpPr>
      <dsp:spPr>
        <a:xfrm>
          <a:off x="4860290" y="1183266"/>
          <a:ext cx="1661545" cy="83077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rtl="0">
            <a:lnSpc>
              <a:spcPct val="90000"/>
            </a:lnSpc>
            <a:spcBef>
              <a:spcPct val="0"/>
            </a:spcBef>
            <a:spcAft>
              <a:spcPct val="35000"/>
            </a:spcAft>
            <a:buNone/>
          </a:pPr>
          <a:r>
            <a:rPr lang="en-GB" sz="900" b="1" kern="1200" dirty="0">
              <a:latin typeface="Aptos Display" panose="02110004020202020204"/>
            </a:rPr>
            <a:t>Frontend</a:t>
          </a:r>
          <a:r>
            <a:rPr lang="en-GB" sz="900" b="1" kern="1200" dirty="0"/>
            <a:t> </a:t>
          </a:r>
          <a:r>
            <a:rPr lang="en-GB" sz="900" b="1" kern="1200" dirty="0">
              <a:latin typeface="Aptos Display" panose="02110004020202020204"/>
            </a:rPr>
            <a:t>                                                                        </a:t>
          </a:r>
          <a:r>
            <a:rPr lang="en-GB" sz="900" kern="1200" dirty="0"/>
            <a:t>HTML+ CSS+ JavaScript</a:t>
          </a:r>
          <a:r>
            <a:rPr lang="en-GB" sz="900" kern="1200" dirty="0">
              <a:latin typeface="Aptos Display" panose="02110004020202020204"/>
            </a:rPr>
            <a:t>       </a:t>
          </a:r>
          <a:r>
            <a:rPr lang="en-GB" sz="900" kern="1200" dirty="0"/>
            <a:t>(dashboard, profile, marks, assignments, study planner, recommendations, topic dependencies)</a:t>
          </a:r>
        </a:p>
      </dsp:txBody>
      <dsp:txXfrm>
        <a:off x="4860290" y="1183266"/>
        <a:ext cx="1661545" cy="830772"/>
      </dsp:txXfrm>
    </dsp:sp>
    <dsp:sp modelId="{368105C3-8FEF-48CD-89F7-1B2579ED09D1}">
      <dsp:nvSpPr>
        <dsp:cNvPr id="0" name=""/>
        <dsp:cNvSpPr/>
      </dsp:nvSpPr>
      <dsp:spPr>
        <a:xfrm>
          <a:off x="4860290" y="2362963"/>
          <a:ext cx="1661545" cy="830772"/>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GB" sz="900" kern="1200" dirty="0"/>
            <a:t>Backend. (Python flask)</a:t>
          </a:r>
        </a:p>
      </dsp:txBody>
      <dsp:txXfrm>
        <a:off x="4860290" y="2362963"/>
        <a:ext cx="1661545" cy="830772"/>
      </dsp:txXfrm>
    </dsp:sp>
    <dsp:sp modelId="{311B5DF9-ED51-4320-B92E-FFE2FAD42B15}">
      <dsp:nvSpPr>
        <dsp:cNvPr id="0" name=""/>
        <dsp:cNvSpPr/>
      </dsp:nvSpPr>
      <dsp:spPr>
        <a:xfrm>
          <a:off x="3855055" y="3542661"/>
          <a:ext cx="1661545" cy="83077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rtl="0">
            <a:lnSpc>
              <a:spcPct val="90000"/>
            </a:lnSpc>
            <a:spcBef>
              <a:spcPct val="0"/>
            </a:spcBef>
            <a:spcAft>
              <a:spcPct val="35000"/>
            </a:spcAft>
            <a:buNone/>
          </a:pPr>
          <a:r>
            <a:rPr lang="en-GB" sz="900" b="1" kern="1200" dirty="0"/>
            <a:t>Database</a:t>
          </a:r>
          <a:r>
            <a:rPr lang="en-GB" sz="900" kern="1200" dirty="0"/>
            <a:t> </a:t>
          </a:r>
          <a:r>
            <a:rPr lang="en-GB" sz="900" kern="1200" dirty="0">
              <a:latin typeface="Aptos Display" panose="02110004020202020204"/>
            </a:rPr>
            <a:t> </a:t>
          </a:r>
          <a:r>
            <a:rPr lang="en-GB" sz="900" kern="1200" dirty="0"/>
            <a:t>operations                    </a:t>
          </a:r>
          <a:r>
            <a:rPr lang="en-GB" sz="900" kern="1200" dirty="0">
              <a:latin typeface="Aptos Display" panose="02110004020202020204"/>
            </a:rPr>
            <a:t>                     </a:t>
          </a:r>
          <a:r>
            <a:rPr lang="en-GB" sz="900" kern="1200" dirty="0"/>
            <a:t>SQLite               </a:t>
          </a:r>
          <a:r>
            <a:rPr lang="en-GB" sz="900" kern="1200" dirty="0">
              <a:latin typeface="Aptos Display" panose="02110004020202020204"/>
            </a:rPr>
            <a:t>                             </a:t>
          </a:r>
          <a:r>
            <a:rPr lang="en-GB" sz="900" kern="1200" dirty="0"/>
            <a:t>(student, subjects,, assignment assignments, topics, study history)</a:t>
          </a:r>
        </a:p>
      </dsp:txBody>
      <dsp:txXfrm>
        <a:off x="3855055" y="3542661"/>
        <a:ext cx="1661545" cy="830772"/>
      </dsp:txXfrm>
    </dsp:sp>
    <dsp:sp modelId="{D97648B8-8576-4A63-A372-747A51374D4C}">
      <dsp:nvSpPr>
        <dsp:cNvPr id="0" name=""/>
        <dsp:cNvSpPr/>
      </dsp:nvSpPr>
      <dsp:spPr>
        <a:xfrm>
          <a:off x="5865525" y="3542661"/>
          <a:ext cx="1661545" cy="83077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rtl="0">
            <a:lnSpc>
              <a:spcPct val="90000"/>
            </a:lnSpc>
            <a:spcBef>
              <a:spcPct val="0"/>
            </a:spcBef>
            <a:spcAft>
              <a:spcPct val="35000"/>
            </a:spcAft>
            <a:buNone/>
          </a:pPr>
          <a:r>
            <a:rPr lang="en-GB" sz="900" b="1" kern="1200" dirty="0"/>
            <a:t>DSA processing                     </a:t>
          </a:r>
          <a:r>
            <a:rPr lang="en-GB" sz="900" b="1" kern="1200" dirty="0">
              <a:latin typeface="Aptos Display" panose="02110004020202020204"/>
            </a:rPr>
            <a:t>   </a:t>
          </a:r>
          <a:r>
            <a:rPr lang="en-GB" sz="900" kern="1200" dirty="0">
              <a:latin typeface="Aptos Display" panose="02110004020202020204"/>
            </a:rPr>
            <a:t>                 </a:t>
          </a:r>
          <a:r>
            <a:rPr lang="en-GB" sz="900" kern="1200" dirty="0"/>
            <a:t>C DSA engine     (Arrays/structures, linked list, queue, priority, Queue, stack, graph, search/sort/BFS/DFS)</a:t>
          </a:r>
        </a:p>
      </dsp:txBody>
      <dsp:txXfrm>
        <a:off x="5865525" y="3542661"/>
        <a:ext cx="1661545" cy="830772"/>
      </dsp:txXfrm>
    </dsp:sp>
    <dsp:sp modelId="{15201866-F060-4EF7-8DFC-B2FD2C09C999}">
      <dsp:nvSpPr>
        <dsp:cNvPr id="0" name=""/>
        <dsp:cNvSpPr/>
      </dsp:nvSpPr>
      <dsp:spPr>
        <a:xfrm>
          <a:off x="5865525" y="4722358"/>
          <a:ext cx="1661545" cy="83077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rtl="0">
            <a:lnSpc>
              <a:spcPct val="90000"/>
            </a:lnSpc>
            <a:spcBef>
              <a:spcPct val="0"/>
            </a:spcBef>
            <a:spcAft>
              <a:spcPct val="35000"/>
            </a:spcAft>
            <a:buNone/>
          </a:pPr>
          <a:r>
            <a:rPr lang="en-GB" sz="900" b="1" kern="1200" dirty="0"/>
            <a:t>Academic analysis.</a:t>
          </a:r>
          <a:r>
            <a:rPr lang="en-GB" sz="900" kern="1200" dirty="0"/>
            <a:t> </a:t>
          </a:r>
          <a:r>
            <a:rPr lang="en-GB" sz="900" kern="1200" dirty="0">
              <a:latin typeface="Aptos Display" panose="02110004020202020204"/>
            </a:rPr>
            <a:t>               </a:t>
          </a:r>
          <a:r>
            <a:rPr lang="en-GB" sz="900" kern="1200" dirty="0"/>
            <a:t>(weak subject detection, assignment, priority, topic learning path, Study history, recommendations)</a:t>
          </a:r>
        </a:p>
      </dsp:txBody>
      <dsp:txXfrm>
        <a:off x="5865525" y="4722358"/>
        <a:ext cx="1661545" cy="830772"/>
      </dsp:txXfrm>
    </dsp:sp>
    <dsp:sp modelId="{D4E16D46-7302-47E4-84B1-0C671F90E509}">
      <dsp:nvSpPr>
        <dsp:cNvPr id="0" name=""/>
        <dsp:cNvSpPr/>
      </dsp:nvSpPr>
      <dsp:spPr>
        <a:xfrm>
          <a:off x="6280911" y="5902055"/>
          <a:ext cx="1661545" cy="830772"/>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rtl="0">
            <a:lnSpc>
              <a:spcPct val="90000"/>
            </a:lnSpc>
            <a:spcBef>
              <a:spcPct val="0"/>
            </a:spcBef>
            <a:spcAft>
              <a:spcPct val="35000"/>
            </a:spcAft>
            <a:buNone/>
          </a:pPr>
          <a:r>
            <a:rPr lang="en-GB" sz="900" b="1" kern="1200" dirty="0"/>
            <a:t>Results.   </a:t>
          </a:r>
          <a:r>
            <a:rPr lang="en-GB" sz="900" kern="1200" dirty="0"/>
            <a:t>              </a:t>
          </a:r>
          <a:r>
            <a:rPr lang="en-GB" sz="900" kern="1200" dirty="0">
              <a:latin typeface="Aptos Display" panose="02110004020202020204"/>
            </a:rPr>
            <a:t>                       </a:t>
          </a:r>
          <a:r>
            <a:rPr lang="en-GB" sz="900" kern="1200" dirty="0"/>
            <a:t>Priority task.      </a:t>
          </a:r>
          <a:r>
            <a:rPr lang="en-GB" sz="900" kern="1200" dirty="0">
              <a:latin typeface="Aptos Display" panose="02110004020202020204"/>
            </a:rPr>
            <a:t>                              </a:t>
          </a:r>
          <a:r>
            <a:rPr lang="en-GB" sz="900" kern="1200" dirty="0"/>
            <a:t>Week subjects.                         Suggested topics.                          Learning path.</a:t>
          </a:r>
        </a:p>
      </dsp:txBody>
      <dsp:txXfrm>
        <a:off x="6280911" y="5902055"/>
        <a:ext cx="1661545" cy="83077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2">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13/09/2026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13/09/2026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13/09/2026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13/09/2026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13/09/2026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hyperlink" Target="https://www.missbsresources.com/blog/conferences/"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ass Notes School Studying Person Paper Images | Free Photos, PNG ...">
            <a:extLst>
              <a:ext uri="{FF2B5EF4-FFF2-40B4-BE49-F238E27FC236}">
                <a16:creationId xmlns:a16="http://schemas.microsoft.com/office/drawing/2014/main" id="{6B8ACCBD-FF21-75E8-B3C4-2C0B8717DF66}"/>
              </a:ext>
            </a:extLst>
          </p:cNvPr>
          <p:cNvPicPr>
            <a:picLocks noChangeAspect="1"/>
          </p:cNvPicPr>
          <p:nvPr/>
        </p:nvPicPr>
        <p:blipFill>
          <a:blip r:embed="rId2"/>
          <a:srcRect l="2692" r="3190" b="-1"/>
          <a:stretch>
            <a:fillRect/>
          </a:stretch>
        </p:blipFill>
        <p:spPr>
          <a:xfrm>
            <a:off x="1" y="10"/>
            <a:ext cx="9669642" cy="6857990"/>
          </a:xfrm>
          <a:prstGeom prst="rect">
            <a:avLst/>
          </a:prstGeom>
        </p:spPr>
      </p:pic>
      <p:sp>
        <p:nvSpPr>
          <p:cNvPr id="34" name="Rectangle 3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7531610" y="365125"/>
            <a:ext cx="3822189" cy="1899912"/>
          </a:xfrm>
        </p:spPr>
        <p:txBody>
          <a:bodyPr vert="horz" lIns="91440" tIns="45720" rIns="91440" bIns="45720" rtlCol="0" anchor="ctr">
            <a:normAutofit/>
          </a:bodyPr>
          <a:lstStyle/>
          <a:p>
            <a:pPr algn="l"/>
            <a:r>
              <a:rPr lang="en-US" sz="4000" b="1" dirty="0"/>
              <a:t>Smart Student Academic Assistant</a:t>
            </a:r>
          </a:p>
        </p:txBody>
      </p:sp>
      <p:sp>
        <p:nvSpPr>
          <p:cNvPr id="3" name="Subtitle 2"/>
          <p:cNvSpPr>
            <a:spLocks noGrp="1"/>
          </p:cNvSpPr>
          <p:nvPr>
            <p:ph type="subTitle" idx="1"/>
          </p:nvPr>
        </p:nvSpPr>
        <p:spPr>
          <a:xfrm>
            <a:off x="7309669" y="2434201"/>
            <a:ext cx="4280612" cy="3742762"/>
          </a:xfrm>
        </p:spPr>
        <p:txBody>
          <a:bodyPr vert="horz" lIns="91440" tIns="45720" rIns="91440" bIns="45720" rtlCol="0" anchor="t">
            <a:normAutofit/>
          </a:bodyPr>
          <a:lstStyle/>
          <a:p>
            <a:pPr algn="l"/>
            <a:r>
              <a:rPr lang="en-US" sz="1900" b="1" dirty="0"/>
              <a:t>Group members</a:t>
            </a:r>
            <a:endParaRPr lang="en-US" b="1"/>
          </a:p>
          <a:p>
            <a:pPr marL="342900" indent="-228600" algn="l">
              <a:spcBef>
                <a:spcPts val="800"/>
              </a:spcBef>
              <a:buChar char="•"/>
            </a:pPr>
            <a:r>
              <a:rPr lang="en-US" sz="1800" dirty="0"/>
              <a:t>Bhavya Sharma-2510530423  </a:t>
            </a:r>
            <a:r>
              <a:rPr lang="en-US" sz="1900" dirty="0"/>
              <a:t>                </a:t>
            </a:r>
          </a:p>
          <a:p>
            <a:pPr marL="342900" indent="-228600" algn="l">
              <a:spcBef>
                <a:spcPts val="800"/>
              </a:spcBef>
              <a:buFont typeface="Arial" panose="020B0604020202020204" pitchFamily="34" charset="0"/>
              <a:buChar char="•"/>
            </a:pPr>
            <a:r>
              <a:rPr lang="en-US" sz="1800" dirty="0"/>
              <a:t>Samriddhi Gaur. -</a:t>
            </a:r>
            <a:r>
              <a:rPr lang="en-US" sz="1800" dirty="0">
                <a:ea typeface="+mn-lt"/>
                <a:cs typeface="+mn-lt"/>
              </a:rPr>
              <a:t>2510320436</a:t>
            </a:r>
          </a:p>
          <a:p>
            <a:pPr marL="342900" indent="-228600" algn="l">
              <a:spcBef>
                <a:spcPts val="800"/>
              </a:spcBef>
              <a:buFont typeface="Arial" panose="020B0604020202020204" pitchFamily="34" charset="0"/>
              <a:buChar char="•"/>
            </a:pPr>
            <a:r>
              <a:rPr lang="en-US" sz="1800" dirty="0"/>
              <a:t>Nisha Rana. -2510320527</a:t>
            </a:r>
          </a:p>
          <a:p>
            <a:pPr algn="l"/>
            <a:r>
              <a:rPr lang="en-US" sz="1900" b="1" dirty="0"/>
              <a:t>Mentor: Shivani Sharma</a:t>
            </a:r>
          </a:p>
          <a:p>
            <a:pPr algn="l"/>
            <a:r>
              <a:rPr lang="en-US" sz="1900" dirty="0"/>
              <a:t>Course : BCA</a:t>
            </a:r>
          </a:p>
          <a:p>
            <a:pPr algn="l"/>
            <a:r>
              <a:rPr lang="en-US" sz="1900" dirty="0"/>
              <a:t>Semester : 3rd</a:t>
            </a:r>
          </a:p>
          <a:p>
            <a:pPr algn="l"/>
            <a:r>
              <a:rPr lang="en-US" sz="1900" dirty="0"/>
              <a:t>Department : Computer Science</a:t>
            </a:r>
          </a:p>
          <a:p>
            <a:pPr algn="l"/>
            <a:r>
              <a:rPr lang="en-US" sz="1900" dirty="0"/>
              <a:t>Graphic era Deemed University.</a:t>
            </a:r>
          </a:p>
          <a:p>
            <a:pPr marL="114300" indent="-228600" algn="l">
              <a:buFont typeface="Arial" panose="020B0604020202020204" pitchFamily="34" charset="0"/>
              <a:buChar char="•"/>
            </a:pPr>
            <a:endParaRPr lang="en-US" sz="1900"/>
          </a:p>
          <a:p>
            <a:pPr indent="-228600" algn="l">
              <a:buFont typeface="Arial" panose="020B0604020202020204" pitchFamily="34" charset="0"/>
              <a:buChar char="•"/>
            </a:pPr>
            <a:endParaRPr lang="en-US" sz="1900"/>
          </a:p>
        </p:txBody>
      </p:sp>
      <p:sp>
        <p:nvSpPr>
          <p:cNvPr id="5" name="TextBox 4">
            <a:extLst>
              <a:ext uri="{FF2B5EF4-FFF2-40B4-BE49-F238E27FC236}">
                <a16:creationId xmlns:a16="http://schemas.microsoft.com/office/drawing/2014/main" id="{2E57D5BC-6440-6AEF-B61C-B9839E268912}"/>
              </a:ext>
            </a:extLst>
          </p:cNvPr>
          <p:cNvSpPr txBox="1"/>
          <p:nvPr/>
        </p:nvSpPr>
        <p:spPr>
          <a:xfrm>
            <a:off x="10496080" y="649351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 -1</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F7363C38-4DEE-A3DC-CC0E-86C998D2E0FE}"/>
              </a:ext>
            </a:extLst>
          </p:cNvPr>
          <p:cNvSpPr>
            <a:spLocks noGrp="1"/>
          </p:cNvSpPr>
          <p:nvPr>
            <p:ph type="title"/>
          </p:nvPr>
        </p:nvSpPr>
        <p:spPr>
          <a:xfrm>
            <a:off x="479394" y="1070800"/>
            <a:ext cx="3939688" cy="5583126"/>
          </a:xfrm>
        </p:spPr>
        <p:txBody>
          <a:bodyPr>
            <a:normAutofit/>
          </a:bodyPr>
          <a:lstStyle/>
          <a:p>
            <a:pPr algn="r"/>
            <a:r>
              <a:rPr lang="en-GB" sz="5600" dirty="0"/>
              <a:t>Introduction</a:t>
            </a:r>
          </a:p>
        </p:txBody>
      </p:sp>
      <p:cxnSp>
        <p:nvCxnSpPr>
          <p:cNvPr id="25" name="Straight Connector 24">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26" name="Content Placeholder 2">
            <a:extLst>
              <a:ext uri="{FF2B5EF4-FFF2-40B4-BE49-F238E27FC236}">
                <a16:creationId xmlns:a16="http://schemas.microsoft.com/office/drawing/2014/main" id="{78DF31FB-8F1D-7719-8FC3-1E4B2775DBFB}"/>
              </a:ext>
            </a:extLst>
          </p:cNvPr>
          <p:cNvGraphicFramePr>
            <a:graphicFrameLocks noGrp="1"/>
          </p:cNvGraphicFramePr>
          <p:nvPr>
            <p:ph idx="1"/>
            <p:extLst>
              <p:ext uri="{D42A27DB-BD31-4B8C-83A1-F6EECF244321}">
                <p14:modId xmlns:p14="http://schemas.microsoft.com/office/powerpoint/2010/main" val="1727896662"/>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2" name="TextBox 21">
            <a:extLst>
              <a:ext uri="{FF2B5EF4-FFF2-40B4-BE49-F238E27FC236}">
                <a16:creationId xmlns:a16="http://schemas.microsoft.com/office/drawing/2014/main" id="{92110E16-F80E-6E09-0F09-E1B4CE9BEB12}"/>
              </a:ext>
            </a:extLst>
          </p:cNvPr>
          <p:cNvSpPr txBox="1"/>
          <p:nvPr/>
        </p:nvSpPr>
        <p:spPr>
          <a:xfrm>
            <a:off x="604157" y="638428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No.-2</a:t>
            </a:r>
          </a:p>
        </p:txBody>
      </p:sp>
    </p:spTree>
    <p:extLst>
      <p:ext uri="{BB962C8B-B14F-4D97-AF65-F5344CB8AC3E}">
        <p14:creationId xmlns:p14="http://schemas.microsoft.com/office/powerpoint/2010/main" val="1293382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35166E7-E600-327E-9F16-7619D78C6C15}"/>
              </a:ext>
            </a:extLst>
          </p:cNvPr>
          <p:cNvSpPr>
            <a:spLocks noGrp="1"/>
          </p:cNvSpPr>
          <p:nvPr>
            <p:ph type="title"/>
          </p:nvPr>
        </p:nvSpPr>
        <p:spPr>
          <a:xfrm>
            <a:off x="838200" y="365125"/>
            <a:ext cx="5393361" cy="1325563"/>
          </a:xfrm>
        </p:spPr>
        <p:txBody>
          <a:bodyPr>
            <a:normAutofit/>
          </a:bodyPr>
          <a:lstStyle/>
          <a:p>
            <a:r>
              <a:rPr lang="en-GB" dirty="0"/>
              <a:t>Problem Statement</a:t>
            </a:r>
          </a:p>
        </p:txBody>
      </p:sp>
      <p:pic>
        <p:nvPicPr>
          <p:cNvPr id="27" name="Picture 26">
            <a:extLst>
              <a:ext uri="{FF2B5EF4-FFF2-40B4-BE49-F238E27FC236}">
                <a16:creationId xmlns:a16="http://schemas.microsoft.com/office/drawing/2014/main" id="{31267381-7DB1-BA23-622E-50B053C7D007}"/>
              </a:ext>
            </a:extLst>
          </p:cNvPr>
          <p:cNvPicPr>
            <a:picLocks noChangeAspect="1"/>
          </p:cNvPicPr>
          <p:nvPr/>
        </p:nvPicPr>
        <p:blipFill>
          <a:blip r:embed="rId2"/>
          <a:srcRect l="11250" r="13498" b="-2"/>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55"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6"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5" name="Content Placeholder 2">
            <a:extLst>
              <a:ext uri="{FF2B5EF4-FFF2-40B4-BE49-F238E27FC236}">
                <a16:creationId xmlns:a16="http://schemas.microsoft.com/office/drawing/2014/main" id="{D9633DD6-A4FC-F683-63D9-A2338480ACC1}"/>
              </a:ext>
            </a:extLst>
          </p:cNvPr>
          <p:cNvGraphicFramePr>
            <a:graphicFrameLocks noGrp="1"/>
          </p:cNvGraphicFramePr>
          <p:nvPr>
            <p:ph idx="1"/>
            <p:extLst>
              <p:ext uri="{D42A27DB-BD31-4B8C-83A1-F6EECF244321}">
                <p14:modId xmlns:p14="http://schemas.microsoft.com/office/powerpoint/2010/main" val="2074695615"/>
              </p:ext>
            </p:extLst>
          </p:nvPr>
        </p:nvGraphicFramePr>
        <p:xfrm>
          <a:off x="838200"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a:extLst>
              <a:ext uri="{FF2B5EF4-FFF2-40B4-BE49-F238E27FC236}">
                <a16:creationId xmlns:a16="http://schemas.microsoft.com/office/drawing/2014/main" id="{C657BF5F-EEBC-62DE-94D3-07A95A3D010B}"/>
              </a:ext>
            </a:extLst>
          </p:cNvPr>
          <p:cNvSpPr txBox="1"/>
          <p:nvPr/>
        </p:nvSpPr>
        <p:spPr>
          <a:xfrm>
            <a:off x="381000" y="647700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No.-3</a:t>
            </a:r>
          </a:p>
        </p:txBody>
      </p:sp>
    </p:spTree>
    <p:extLst>
      <p:ext uri="{BB962C8B-B14F-4D97-AF65-F5344CB8AC3E}">
        <p14:creationId xmlns:p14="http://schemas.microsoft.com/office/powerpoint/2010/main" val="2060815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CDF1FC-060F-3E6C-1BE9-1D431F58CB37}"/>
              </a:ext>
            </a:extLst>
          </p:cNvPr>
          <p:cNvSpPr>
            <a:spLocks noGrp="1"/>
          </p:cNvSpPr>
          <p:nvPr>
            <p:ph type="title"/>
          </p:nvPr>
        </p:nvSpPr>
        <p:spPr>
          <a:xfrm>
            <a:off x="6332665" y="2835478"/>
            <a:ext cx="5334930" cy="3004145"/>
          </a:xfrm>
        </p:spPr>
        <p:txBody>
          <a:bodyPr vert="horz" lIns="91440" tIns="45720" rIns="91440" bIns="45720" rtlCol="0" anchor="b">
            <a:noAutofit/>
          </a:bodyPr>
          <a:lstStyle/>
          <a:p>
            <a:pPr algn="ctr"/>
            <a:r>
              <a:rPr lang="en-US" sz="2400" b="1" dirty="0">
                <a:highlight>
                  <a:srgbClr val="FFFFFF"/>
                </a:highlight>
              </a:rPr>
              <a:t>Problems faced:</a:t>
            </a:r>
            <a:endParaRPr lang="en-US" sz="2400">
              <a:highlight>
                <a:srgbClr val="606060"/>
              </a:highlight>
            </a:endParaRPr>
          </a:p>
          <a:p>
            <a:pPr marL="342900" indent="-342900">
              <a:buFont typeface="Arial"/>
              <a:buChar char="•"/>
            </a:pPr>
            <a:r>
              <a:rPr lang="en-US" sz="2000" dirty="0">
                <a:highlight>
                  <a:srgbClr val="FFFFFF"/>
                </a:highlight>
              </a:rPr>
              <a:t>Academic information is scattered. </a:t>
            </a:r>
            <a:endParaRPr lang="en-US" sz="2000">
              <a:highlight>
                <a:srgbClr val="606060"/>
              </a:highlight>
            </a:endParaRPr>
          </a:p>
          <a:p>
            <a:pPr marL="342900" indent="-342900">
              <a:buFont typeface="Arial"/>
              <a:buChar char="•"/>
            </a:pPr>
            <a:r>
              <a:rPr lang="en-US" sz="2000" dirty="0">
                <a:highlight>
                  <a:srgbClr val="FFFFFF"/>
                </a:highlight>
              </a:rPr>
              <a:t>Students may not know which subject may needs more attention. </a:t>
            </a:r>
            <a:endParaRPr lang="en-US" sz="2000">
              <a:highlight>
                <a:srgbClr val="606060"/>
              </a:highlight>
            </a:endParaRPr>
          </a:p>
          <a:p>
            <a:pPr marL="342900" indent="-342900">
              <a:buFont typeface="Arial"/>
              <a:buChar char="•"/>
            </a:pPr>
            <a:r>
              <a:rPr lang="en-US" sz="2000" dirty="0">
                <a:highlight>
                  <a:srgbClr val="FFFFFF"/>
                </a:highlight>
              </a:rPr>
              <a:t>Assignments may be completed without considering their urgency. </a:t>
            </a:r>
            <a:endParaRPr lang="en-US" sz="2000">
              <a:highlight>
                <a:srgbClr val="606060"/>
              </a:highlight>
            </a:endParaRPr>
          </a:p>
          <a:p>
            <a:pPr marL="342900" indent="-342900">
              <a:buFont typeface="Arial"/>
              <a:buChar char="•"/>
            </a:pPr>
            <a:r>
              <a:rPr lang="en-US" sz="2000" dirty="0">
                <a:highlight>
                  <a:srgbClr val="FFFFFF"/>
                </a:highlight>
              </a:rPr>
              <a:t>Prerequisite topics may be skipped. </a:t>
            </a:r>
            <a:endParaRPr lang="en-US" sz="2000">
              <a:highlight>
                <a:srgbClr val="606060"/>
              </a:highlight>
            </a:endParaRPr>
          </a:p>
          <a:p>
            <a:pPr marL="342900" indent="-342900">
              <a:buFont typeface="Arial"/>
              <a:buChar char="•"/>
            </a:pPr>
            <a:r>
              <a:rPr lang="en-US" sz="2000" dirty="0">
                <a:highlight>
                  <a:srgbClr val="FFFFFF"/>
                </a:highlight>
              </a:rPr>
              <a:t>There is no single place to view academic priorities. </a:t>
            </a:r>
            <a:endParaRPr lang="en-US" sz="2000">
              <a:highlight>
                <a:srgbClr val="606060"/>
              </a:highlight>
            </a:endParaRPr>
          </a:p>
          <a:p>
            <a:pPr algn="ctr"/>
            <a:br>
              <a:rPr lang="en-US" sz="2000" b="1" dirty="0">
                <a:highlight>
                  <a:srgbClr val="FFFFFF"/>
                </a:highlight>
              </a:rPr>
            </a:br>
            <a:r>
              <a:rPr lang="en-US" sz="2000" b="1" dirty="0">
                <a:highlight>
                  <a:srgbClr val="FFFFFF"/>
                </a:highlight>
              </a:rPr>
              <a:t>Our Problem:</a:t>
            </a:r>
            <a:endParaRPr lang="en-US" sz="2000" dirty="0">
              <a:highlight>
                <a:srgbClr val="606060"/>
              </a:highlight>
            </a:endParaRPr>
          </a:p>
          <a:p>
            <a:pPr algn="ctr"/>
            <a:r>
              <a:rPr lang="en-US" sz="2000" b="1" dirty="0">
                <a:highlight>
                  <a:srgbClr val="FFFFFF"/>
                </a:highlight>
              </a:rPr>
              <a:t>How can we organize student academic information and use DSA-based processing to help students identify priorities and plan their studies?</a:t>
            </a:r>
            <a:endParaRPr lang="en-US" sz="2000">
              <a:highlight>
                <a:srgbClr val="606060"/>
              </a:highlight>
            </a:endParaRPr>
          </a:p>
          <a:p>
            <a:pPr algn="ctr"/>
            <a:endParaRPr lang="en-US" sz="2000" dirty="0"/>
          </a:p>
        </p:txBody>
      </p:sp>
      <p:sp>
        <p:nvSpPr>
          <p:cNvPr id="19" name="Freeform: Shape 18">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2065A664-8C85-405A-05BF-76537CEAE1CC}"/>
              </a:ext>
            </a:extLst>
          </p:cNvPr>
          <p:cNvPicPr>
            <a:picLocks noChangeAspect="1"/>
          </p:cNvPicPr>
          <p:nvPr/>
        </p:nvPicPr>
        <p:blipFill>
          <a:blip r:embed="rId2"/>
          <a:srcRect l="16767" r="14234" b="1"/>
          <a:stretch>
            <a:fillRect/>
          </a:stretch>
        </p:blipFill>
        <p:spPr>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29" name="Freeform: Shape 28">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5B08287F-233E-5F67-907A-EC08AC37178C}"/>
              </a:ext>
            </a:extLst>
          </p:cNvPr>
          <p:cNvSpPr txBox="1"/>
          <p:nvPr/>
        </p:nvSpPr>
        <p:spPr>
          <a:xfrm>
            <a:off x="175484" y="655582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No.-4</a:t>
            </a:r>
          </a:p>
        </p:txBody>
      </p:sp>
    </p:spTree>
    <p:extLst>
      <p:ext uri="{BB962C8B-B14F-4D97-AF65-F5344CB8AC3E}">
        <p14:creationId xmlns:p14="http://schemas.microsoft.com/office/powerpoint/2010/main" val="4291762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8701D484-450F-DC4B-6F7D-5F2065F18632}"/>
              </a:ext>
            </a:extLst>
          </p:cNvPr>
          <p:cNvPicPr>
            <a:picLocks noChangeAspect="1"/>
          </p:cNvPicPr>
          <p:nvPr/>
        </p:nvPicPr>
        <p:blipFill>
          <a:blip r:embed="rId2"/>
          <a:srcRect l="35707" r="16754" b="2"/>
          <a:stretch>
            <a:fillRect/>
          </a:stretch>
        </p:blipFill>
        <p:spPr>
          <a:xfrm>
            <a:off x="2152422" y="1587"/>
            <a:ext cx="4846882" cy="6856413"/>
          </a:xfrm>
          <a:custGeom>
            <a:avLst/>
            <a:gdLst/>
            <a:ahLst/>
            <a:cxnLst/>
            <a:rect l="l" t="t" r="r" b="b"/>
            <a:pathLst>
              <a:path w="5110407" h="6856413">
                <a:moveTo>
                  <a:pt x="121782" y="0"/>
                </a:moveTo>
                <a:lnTo>
                  <a:pt x="4731440" y="0"/>
                </a:lnTo>
                <a:lnTo>
                  <a:pt x="4775629" y="179775"/>
                </a:lnTo>
                <a:cubicBezTo>
                  <a:pt x="5052916" y="1415453"/>
                  <a:pt x="5165791" y="2739148"/>
                  <a:pt x="5084710" y="4108260"/>
                </a:cubicBezTo>
                <a:cubicBezTo>
                  <a:pt x="5038379" y="4890611"/>
                  <a:pt x="4930907" y="5650759"/>
                  <a:pt x="4768709" y="6381464"/>
                </a:cubicBezTo>
                <a:lnTo>
                  <a:pt x="4653290" y="6856413"/>
                </a:lnTo>
                <a:lnTo>
                  <a:pt x="0" y="6856413"/>
                </a:lnTo>
                <a:lnTo>
                  <a:pt x="21062" y="6803488"/>
                </a:lnTo>
                <a:cubicBezTo>
                  <a:pt x="355644" y="5917239"/>
                  <a:pt x="573134" y="4914171"/>
                  <a:pt x="636462" y="3844830"/>
                </a:cubicBezTo>
                <a:cubicBezTo>
                  <a:pt x="713862" y="2537857"/>
                  <a:pt x="550895" y="1302013"/>
                  <a:pt x="203879" y="236924"/>
                </a:cubicBezTo>
                <a:close/>
              </a:path>
            </a:pathLst>
          </a:custGeom>
        </p:spPr>
      </p:pic>
      <p:sp>
        <p:nvSpPr>
          <p:cNvPr id="2" name="Title 1">
            <a:extLst>
              <a:ext uri="{FF2B5EF4-FFF2-40B4-BE49-F238E27FC236}">
                <a16:creationId xmlns:a16="http://schemas.microsoft.com/office/drawing/2014/main" id="{1BD54925-0713-B06C-8E92-BC5FDBBAA1CE}"/>
              </a:ext>
            </a:extLst>
          </p:cNvPr>
          <p:cNvSpPr>
            <a:spLocks noGrp="1"/>
          </p:cNvSpPr>
          <p:nvPr>
            <p:ph type="title"/>
          </p:nvPr>
        </p:nvSpPr>
        <p:spPr>
          <a:xfrm>
            <a:off x="481012" y="485775"/>
            <a:ext cx="2825506" cy="5719762"/>
          </a:xfrm>
        </p:spPr>
        <p:txBody>
          <a:bodyPr>
            <a:normAutofit/>
          </a:bodyPr>
          <a:lstStyle/>
          <a:p>
            <a:r>
              <a:rPr lang="en-GB" sz="3600"/>
              <a:t>Objectives</a:t>
            </a:r>
          </a:p>
        </p:txBody>
      </p:sp>
      <p:sp>
        <p:nvSpPr>
          <p:cNvPr id="3" name="Content Placeholder 2">
            <a:extLst>
              <a:ext uri="{FF2B5EF4-FFF2-40B4-BE49-F238E27FC236}">
                <a16:creationId xmlns:a16="http://schemas.microsoft.com/office/drawing/2014/main" id="{A847E2D5-F750-75FB-A22B-BA095BA7BC5E}"/>
              </a:ext>
            </a:extLst>
          </p:cNvPr>
          <p:cNvSpPr>
            <a:spLocks noGrp="1"/>
          </p:cNvSpPr>
          <p:nvPr>
            <p:ph idx="1"/>
          </p:nvPr>
        </p:nvSpPr>
        <p:spPr>
          <a:xfrm>
            <a:off x="7128005" y="552867"/>
            <a:ext cx="4594533" cy="5941704"/>
          </a:xfrm>
        </p:spPr>
        <p:txBody>
          <a:bodyPr vert="horz" lIns="91440" tIns="45720" rIns="91440" bIns="45720" rtlCol="0" anchor="ctr">
            <a:normAutofit/>
          </a:bodyPr>
          <a:lstStyle/>
          <a:p>
            <a:pPr>
              <a:buAutoNum type="arabicPeriod"/>
            </a:pPr>
            <a:r>
              <a:rPr lang="en-IN" sz="1800" dirty="0">
                <a:highlight>
                  <a:srgbClr val="FFFFFF"/>
                </a:highlight>
                <a:latin typeface="Calibri"/>
                <a:ea typeface="Calibri"/>
                <a:cs typeface="Calibri"/>
              </a:rPr>
              <a:t>To maintain student and subject academic information. </a:t>
            </a:r>
            <a:endParaRPr lang="en-GB" sz="1800">
              <a:highlight>
                <a:srgbClr val="606060"/>
              </a:highlight>
              <a:latin typeface="Calibri"/>
              <a:ea typeface="Calibri"/>
              <a:cs typeface="Calibri"/>
            </a:endParaRPr>
          </a:p>
          <a:p>
            <a:pPr>
              <a:buAutoNum type="arabicPeriod"/>
            </a:pPr>
            <a:r>
              <a:rPr lang="en-IN" sz="1800" dirty="0">
                <a:highlight>
                  <a:srgbClr val="FFFFFF"/>
                </a:highlight>
                <a:latin typeface="Calibri"/>
                <a:ea typeface="Calibri"/>
                <a:cs typeface="Calibri"/>
              </a:rPr>
              <a:t>To store and analyse subject marks. </a:t>
            </a:r>
            <a:endParaRPr lang="en-GB" sz="1800">
              <a:highlight>
                <a:srgbClr val="606060"/>
              </a:highlight>
              <a:latin typeface="Calibri"/>
              <a:ea typeface="Calibri"/>
              <a:cs typeface="Calibri"/>
            </a:endParaRPr>
          </a:p>
          <a:p>
            <a:pPr>
              <a:buAutoNum type="arabicPeriod"/>
            </a:pPr>
            <a:r>
              <a:rPr lang="en-IN" sz="1800" dirty="0">
                <a:highlight>
                  <a:srgbClr val="FFFFFF"/>
                </a:highlight>
                <a:latin typeface="Calibri"/>
                <a:ea typeface="Calibri"/>
                <a:cs typeface="Calibri"/>
              </a:rPr>
              <a:t>To identify subjects that require more attention. </a:t>
            </a:r>
            <a:endParaRPr lang="en-GB" sz="1800">
              <a:highlight>
                <a:srgbClr val="606060"/>
              </a:highlight>
              <a:latin typeface="Calibri"/>
              <a:ea typeface="Calibri"/>
              <a:cs typeface="Calibri"/>
            </a:endParaRPr>
          </a:p>
          <a:p>
            <a:pPr>
              <a:buAutoNum type="arabicPeriod"/>
            </a:pPr>
            <a:r>
              <a:rPr lang="en-IN" sz="1800" dirty="0">
                <a:highlight>
                  <a:srgbClr val="FFFFFF"/>
                </a:highlight>
                <a:latin typeface="Calibri"/>
                <a:ea typeface="Calibri"/>
                <a:cs typeface="Calibri"/>
              </a:rPr>
              <a:t>To manage assignments according to deadline and priority. </a:t>
            </a:r>
            <a:endParaRPr lang="en-GB" sz="1800">
              <a:highlight>
                <a:srgbClr val="606060"/>
              </a:highlight>
              <a:latin typeface="Calibri"/>
              <a:ea typeface="Calibri"/>
              <a:cs typeface="Calibri"/>
            </a:endParaRPr>
          </a:p>
          <a:p>
            <a:pPr>
              <a:buAutoNum type="arabicPeriod"/>
            </a:pPr>
            <a:r>
              <a:rPr lang="en-IN" sz="1800" dirty="0">
                <a:highlight>
                  <a:srgbClr val="FFFFFF"/>
                </a:highlight>
                <a:latin typeface="Calibri"/>
                <a:ea typeface="Calibri"/>
                <a:cs typeface="Calibri"/>
              </a:rPr>
              <a:t>To maintain pending and completed study tasks. </a:t>
            </a:r>
            <a:endParaRPr lang="en-GB" sz="1800">
              <a:highlight>
                <a:srgbClr val="606060"/>
              </a:highlight>
              <a:latin typeface="Calibri"/>
              <a:ea typeface="Calibri"/>
              <a:cs typeface="Calibri"/>
            </a:endParaRPr>
          </a:p>
          <a:p>
            <a:pPr>
              <a:buAutoNum type="arabicPeriod"/>
            </a:pPr>
            <a:r>
              <a:rPr lang="en-IN" sz="1800" dirty="0">
                <a:highlight>
                  <a:srgbClr val="FFFFFF"/>
                </a:highlight>
                <a:latin typeface="Calibri"/>
                <a:ea typeface="Calibri"/>
                <a:cs typeface="Calibri"/>
              </a:rPr>
              <a:t>To keep track of recently studied topics. </a:t>
            </a:r>
            <a:endParaRPr lang="en-GB" sz="1800">
              <a:highlight>
                <a:srgbClr val="606060"/>
              </a:highlight>
              <a:latin typeface="Calibri"/>
              <a:ea typeface="Calibri"/>
              <a:cs typeface="Calibri"/>
            </a:endParaRPr>
          </a:p>
          <a:p>
            <a:pPr>
              <a:buAutoNum type="arabicPeriod"/>
            </a:pPr>
            <a:r>
              <a:rPr lang="en-IN" sz="1800" dirty="0">
                <a:highlight>
                  <a:srgbClr val="FFFFFF"/>
                </a:highlight>
                <a:latin typeface="Calibri"/>
                <a:ea typeface="Calibri"/>
                <a:cs typeface="Calibri"/>
              </a:rPr>
              <a:t>To represent topic prerequisites using a graph. </a:t>
            </a:r>
            <a:endParaRPr lang="en-GB" sz="1800">
              <a:highlight>
                <a:srgbClr val="606060"/>
              </a:highlight>
              <a:latin typeface="Calibri"/>
              <a:ea typeface="Calibri"/>
              <a:cs typeface="Calibri"/>
            </a:endParaRPr>
          </a:p>
          <a:p>
            <a:pPr>
              <a:buAutoNum type="arabicPeriod"/>
            </a:pPr>
            <a:r>
              <a:rPr lang="en-IN" sz="1800" dirty="0">
                <a:highlight>
                  <a:srgbClr val="FFFFFF"/>
                </a:highlight>
                <a:latin typeface="Calibri"/>
                <a:ea typeface="Calibri"/>
                <a:cs typeface="Calibri"/>
              </a:rPr>
              <a:t>To provide simple rule-based study recommendations. </a:t>
            </a:r>
            <a:endParaRPr lang="en-GB" sz="1800">
              <a:highlight>
                <a:srgbClr val="606060"/>
              </a:highlight>
              <a:latin typeface="Calibri"/>
              <a:ea typeface="Calibri"/>
              <a:cs typeface="Calibri"/>
            </a:endParaRPr>
          </a:p>
          <a:p>
            <a:pPr>
              <a:buAutoNum type="arabicPeriod"/>
            </a:pPr>
            <a:r>
              <a:rPr lang="en-IN" sz="1800" dirty="0">
                <a:highlight>
                  <a:srgbClr val="FFFFFF"/>
                </a:highlight>
                <a:latin typeface="Calibri"/>
                <a:ea typeface="Calibri"/>
                <a:cs typeface="Calibri"/>
              </a:rPr>
              <a:t>To provide all important information through a single dashboard. </a:t>
            </a:r>
            <a:endParaRPr lang="en-GB" sz="1800">
              <a:highlight>
                <a:srgbClr val="606060"/>
              </a:highlight>
              <a:latin typeface="Calibri"/>
              <a:ea typeface="Calibri"/>
              <a:cs typeface="Calibri"/>
            </a:endParaRPr>
          </a:p>
          <a:p>
            <a:pPr>
              <a:buAutoNum type="arabicPeriod"/>
            </a:pPr>
            <a:r>
              <a:rPr lang="en-IN" sz="1800" dirty="0">
                <a:highlight>
                  <a:srgbClr val="FFFFFF"/>
                </a:highlight>
                <a:latin typeface="Calibri"/>
                <a:ea typeface="Calibri"/>
                <a:cs typeface="Calibri"/>
              </a:rPr>
              <a:t>To demonstrate practical use of Data Structures and Algorithms in C. </a:t>
            </a:r>
            <a:endParaRPr lang="en-GB" sz="1800">
              <a:highlight>
                <a:srgbClr val="606060"/>
              </a:highlight>
              <a:latin typeface="Calibri"/>
              <a:ea typeface="Calibri"/>
              <a:cs typeface="Calibri"/>
            </a:endParaRPr>
          </a:p>
          <a:p>
            <a:pPr>
              <a:buAutoNum type="arabicPeriod"/>
            </a:pPr>
            <a:endParaRPr lang="en-GB" sz="1500"/>
          </a:p>
        </p:txBody>
      </p:sp>
      <p:cxnSp>
        <p:nvCxnSpPr>
          <p:cNvPr id="77" name="Connector: Curved 76">
            <a:extLst>
              <a:ext uri="{FF2B5EF4-FFF2-40B4-BE49-F238E27FC236}">
                <a16:creationId xmlns:a16="http://schemas.microsoft.com/office/drawing/2014/main" id="{85AB43A7-EF76-2497-B5C3-4DEDB0B4979E}"/>
              </a:ext>
            </a:extLst>
          </p:cNvPr>
          <p:cNvCxnSpPr/>
          <p:nvPr/>
        </p:nvCxnSpPr>
        <p:spPr>
          <a:xfrm flipV="1">
            <a:off x="0" y="0"/>
            <a:ext cx="1931275" cy="1103586"/>
          </a:xfrm>
          <a:prstGeom prst="curvedConnector3">
            <a:avLst/>
          </a:prstGeom>
          <a:ln w="57150">
            <a:solidFill>
              <a:srgbClr val="00B050"/>
            </a:solidFill>
          </a:ln>
        </p:spPr>
        <p:style>
          <a:lnRef idx="1">
            <a:schemeClr val="accent6"/>
          </a:lnRef>
          <a:fillRef idx="0">
            <a:schemeClr val="accent6"/>
          </a:fillRef>
          <a:effectRef idx="0">
            <a:schemeClr val="accent6"/>
          </a:effectRef>
          <a:fontRef idx="minor">
            <a:schemeClr val="tx1"/>
          </a:fontRef>
        </p:style>
      </p:cxnSp>
      <p:sp>
        <p:nvSpPr>
          <p:cNvPr id="4" name="TextBox 3">
            <a:extLst>
              <a:ext uri="{FF2B5EF4-FFF2-40B4-BE49-F238E27FC236}">
                <a16:creationId xmlns:a16="http://schemas.microsoft.com/office/drawing/2014/main" id="{CCC3FE68-EE41-2D7C-BDF5-0AA32F3B1E42}"/>
              </a:ext>
            </a:extLst>
          </p:cNvPr>
          <p:cNvSpPr txBox="1"/>
          <p:nvPr/>
        </p:nvSpPr>
        <p:spPr>
          <a:xfrm>
            <a:off x="420413" y="643758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5" name="TextBox 4">
            <a:extLst>
              <a:ext uri="{FF2B5EF4-FFF2-40B4-BE49-F238E27FC236}">
                <a16:creationId xmlns:a16="http://schemas.microsoft.com/office/drawing/2014/main" id="{C63D553D-B1D3-64D9-68D2-02F5BCBF2B17}"/>
              </a:ext>
            </a:extLst>
          </p:cNvPr>
          <p:cNvSpPr txBox="1"/>
          <p:nvPr/>
        </p:nvSpPr>
        <p:spPr>
          <a:xfrm>
            <a:off x="419100" y="649220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no.-5</a:t>
            </a:r>
          </a:p>
        </p:txBody>
      </p:sp>
    </p:spTree>
    <p:extLst>
      <p:ext uri="{BB962C8B-B14F-4D97-AF65-F5344CB8AC3E}">
        <p14:creationId xmlns:p14="http://schemas.microsoft.com/office/powerpoint/2010/main" val="3226072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09481-AE4E-79CE-5167-EE0BB1B2FD67}"/>
              </a:ext>
            </a:extLst>
          </p:cNvPr>
          <p:cNvSpPr>
            <a:spLocks noGrp="1"/>
          </p:cNvSpPr>
          <p:nvPr>
            <p:ph type="title"/>
          </p:nvPr>
        </p:nvSpPr>
        <p:spPr/>
        <p:txBody>
          <a:bodyPr>
            <a:normAutofit/>
          </a:bodyPr>
          <a:lstStyle/>
          <a:p>
            <a:r>
              <a:rPr lang="en-GB" sz="800" dirty="0"/>
              <a:t>.</a:t>
            </a:r>
          </a:p>
        </p:txBody>
      </p:sp>
      <p:graphicFrame>
        <p:nvGraphicFramePr>
          <p:cNvPr id="5" name="Content Placeholder 4">
            <a:extLst>
              <a:ext uri="{FF2B5EF4-FFF2-40B4-BE49-F238E27FC236}">
                <a16:creationId xmlns:a16="http://schemas.microsoft.com/office/drawing/2014/main" id="{DF27CB73-BC8D-CE7E-B72A-FE488167F014}"/>
              </a:ext>
            </a:extLst>
          </p:cNvPr>
          <p:cNvGraphicFramePr>
            <a:graphicFrameLocks noGrp="1"/>
          </p:cNvGraphicFramePr>
          <p:nvPr>
            <p:ph idx="1"/>
            <p:extLst>
              <p:ext uri="{D42A27DB-BD31-4B8C-83A1-F6EECF244321}">
                <p14:modId xmlns:p14="http://schemas.microsoft.com/office/powerpoint/2010/main" val="1965970571"/>
              </p:ext>
            </p:extLst>
          </p:nvPr>
        </p:nvGraphicFramePr>
        <p:xfrm>
          <a:off x="877614" y="1891315"/>
          <a:ext cx="10515600" cy="2799054"/>
        </p:xfrm>
        <a:graphic>
          <a:graphicData uri="http://schemas.openxmlformats.org/drawingml/2006/table">
            <a:tbl>
              <a:tblPr bandRow="1">
                <a:tableStyleId>{16D9F66E-5EB9-4882-86FB-DCBF35E3C3E4}</a:tableStyleId>
              </a:tblPr>
              <a:tblGrid>
                <a:gridCol w="2926842">
                  <a:extLst>
                    <a:ext uri="{9D8B030D-6E8A-4147-A177-3AD203B41FA5}">
                      <a16:colId xmlns:a16="http://schemas.microsoft.com/office/drawing/2014/main" val="2941515848"/>
                    </a:ext>
                  </a:extLst>
                </a:gridCol>
                <a:gridCol w="2996946">
                  <a:extLst>
                    <a:ext uri="{9D8B030D-6E8A-4147-A177-3AD203B41FA5}">
                      <a16:colId xmlns:a16="http://schemas.microsoft.com/office/drawing/2014/main" val="1268312925"/>
                    </a:ext>
                  </a:extLst>
                </a:gridCol>
                <a:gridCol w="4591812">
                  <a:extLst>
                    <a:ext uri="{9D8B030D-6E8A-4147-A177-3AD203B41FA5}">
                      <a16:colId xmlns:a16="http://schemas.microsoft.com/office/drawing/2014/main" val="3160813338"/>
                    </a:ext>
                  </a:extLst>
                </a:gridCol>
              </a:tblGrid>
              <a:tr h="466509">
                <a:tc>
                  <a:txBody>
                    <a:bodyPr/>
                    <a:lstStyle/>
                    <a:p>
                      <a:pPr marL="0" marR="0" indent="0" algn="l" rtl="0" fontAlgn="base">
                        <a:spcAft>
                          <a:spcPts val="800"/>
                        </a:spcAft>
                        <a:buNone/>
                      </a:pPr>
                      <a:r>
                        <a:rPr lang="en-IN" sz="1600" b="1" dirty="0">
                          <a:effectLst/>
                        </a:rPr>
                        <a:t>Existing Approach</a:t>
                      </a:r>
                      <a:r>
                        <a:rPr lang="en-GB" sz="1600" b="1" dirty="0">
                          <a:effectLst/>
                        </a:rPr>
                        <a:t> </a:t>
                      </a:r>
                    </a:p>
                  </a:txBody>
                  <a:tcPr marL="9525" marR="9525" marT="9525" marB="9525" anchor="ctr">
                    <a:solidFill>
                      <a:schemeClr val="accent6">
                        <a:lumMod val="75000"/>
                      </a:schemeClr>
                    </a:solidFill>
                  </a:tcPr>
                </a:tc>
                <a:tc>
                  <a:txBody>
                    <a:bodyPr/>
                    <a:lstStyle/>
                    <a:p>
                      <a:pPr marL="0" marR="0" indent="0" algn="l" rtl="0" fontAlgn="base">
                        <a:spcAft>
                          <a:spcPts val="800"/>
                        </a:spcAft>
                        <a:buNone/>
                      </a:pPr>
                      <a:r>
                        <a:rPr lang="en-IN" sz="1600" b="1" dirty="0">
                          <a:effectLst/>
                        </a:rPr>
                        <a:t>What it Provides</a:t>
                      </a:r>
                      <a:r>
                        <a:rPr lang="en-GB" sz="1600" b="1" dirty="0">
                          <a:effectLst/>
                        </a:rPr>
                        <a:t> </a:t>
                      </a:r>
                    </a:p>
                  </a:txBody>
                  <a:tcPr marL="9525" marR="9525" marT="9525" marB="9525" anchor="ctr">
                    <a:solidFill>
                      <a:schemeClr val="accent6">
                        <a:lumMod val="75000"/>
                      </a:schemeClr>
                    </a:solidFill>
                  </a:tcPr>
                </a:tc>
                <a:tc>
                  <a:txBody>
                    <a:bodyPr/>
                    <a:lstStyle/>
                    <a:p>
                      <a:pPr marL="0" marR="0" indent="0" algn="l" rtl="0" fontAlgn="base">
                        <a:spcAft>
                          <a:spcPts val="800"/>
                        </a:spcAft>
                        <a:buNone/>
                      </a:pPr>
                      <a:r>
                        <a:rPr lang="en-IN" sz="1600" b="1" dirty="0">
                          <a:effectLst/>
                        </a:rPr>
                        <a:t>Limitation</a:t>
                      </a:r>
                      <a:r>
                        <a:rPr lang="en-GB" sz="1600" b="1" dirty="0">
                          <a:effectLst/>
                        </a:rPr>
                        <a:t> </a:t>
                      </a:r>
                    </a:p>
                  </a:txBody>
                  <a:tcPr marL="9525" marR="9525" marT="9525" marB="9525" anchor="ctr">
                    <a:solidFill>
                      <a:schemeClr val="accent6">
                        <a:lumMod val="75000"/>
                      </a:schemeClr>
                    </a:solidFill>
                  </a:tcPr>
                </a:tc>
                <a:extLst>
                  <a:ext uri="{0D108BD9-81ED-4DB2-BD59-A6C34878D82A}">
                    <a16:rowId xmlns:a16="http://schemas.microsoft.com/office/drawing/2014/main" val="460538536"/>
                  </a:ext>
                </a:extLst>
              </a:tr>
              <a:tr h="466509">
                <a:tc>
                  <a:txBody>
                    <a:bodyPr/>
                    <a:lstStyle/>
                    <a:p>
                      <a:pPr marL="0" marR="0" indent="0" algn="l" rtl="0" fontAlgn="base">
                        <a:spcAft>
                          <a:spcPts val="800"/>
                        </a:spcAft>
                        <a:buNone/>
                      </a:pPr>
                      <a:r>
                        <a:rPr lang="en-IN" sz="1600" dirty="0">
                          <a:effectLst/>
                        </a:rPr>
                        <a:t>ERP portal </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Marks and academic records</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Limited study planning</a:t>
                      </a:r>
                      <a:r>
                        <a:rPr lang="en-GB" sz="1600" dirty="0">
                          <a:effectLst/>
                        </a:rPr>
                        <a:t> </a:t>
                      </a:r>
                    </a:p>
                  </a:txBody>
                  <a:tcPr marL="9525" marR="9525" marT="9525" marB="9525" anchor="ctr"/>
                </a:tc>
                <a:extLst>
                  <a:ext uri="{0D108BD9-81ED-4DB2-BD59-A6C34878D82A}">
                    <a16:rowId xmlns:a16="http://schemas.microsoft.com/office/drawing/2014/main" val="1192125219"/>
                  </a:ext>
                </a:extLst>
              </a:tr>
              <a:tr h="466509">
                <a:tc>
                  <a:txBody>
                    <a:bodyPr/>
                    <a:lstStyle/>
                    <a:p>
                      <a:pPr marL="0" marR="0" indent="0" algn="l" rtl="0" fontAlgn="base">
                        <a:spcAft>
                          <a:spcPts val="800"/>
                        </a:spcAft>
                        <a:buNone/>
                      </a:pPr>
                      <a:r>
                        <a:rPr lang="en-IN" sz="1600" dirty="0">
                          <a:effectLst/>
                        </a:rPr>
                        <a:t>To-Do / Task Apps</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Task and deadline management</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Usually not based on academic performance</a:t>
                      </a:r>
                      <a:r>
                        <a:rPr lang="en-GB" sz="1600" dirty="0">
                          <a:effectLst/>
                        </a:rPr>
                        <a:t> </a:t>
                      </a:r>
                    </a:p>
                  </a:txBody>
                  <a:tcPr marL="9525" marR="9525" marT="9525" marB="9525" anchor="ctr"/>
                </a:tc>
                <a:extLst>
                  <a:ext uri="{0D108BD9-81ED-4DB2-BD59-A6C34878D82A}">
                    <a16:rowId xmlns:a16="http://schemas.microsoft.com/office/drawing/2014/main" val="4276051642"/>
                  </a:ext>
                </a:extLst>
              </a:tr>
              <a:tr h="466509">
                <a:tc>
                  <a:txBody>
                    <a:bodyPr/>
                    <a:lstStyle/>
                    <a:p>
                      <a:pPr marL="0" marR="0" indent="0" algn="l" rtl="0" fontAlgn="base">
                        <a:spcAft>
                          <a:spcPts val="800"/>
                        </a:spcAft>
                        <a:buNone/>
                      </a:pPr>
                      <a:r>
                        <a:rPr lang="en-IN" sz="1600" dirty="0">
                          <a:effectLst/>
                        </a:rPr>
                        <a:t>Calendar Applications</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Reminders and schedules</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Do not analyse weak subjects</a:t>
                      </a:r>
                      <a:r>
                        <a:rPr lang="en-GB" sz="1600" dirty="0">
                          <a:effectLst/>
                        </a:rPr>
                        <a:t> </a:t>
                      </a:r>
                    </a:p>
                  </a:txBody>
                  <a:tcPr marL="9525" marR="9525" marT="9525" marB="9525" anchor="ctr"/>
                </a:tc>
                <a:extLst>
                  <a:ext uri="{0D108BD9-81ED-4DB2-BD59-A6C34878D82A}">
                    <a16:rowId xmlns:a16="http://schemas.microsoft.com/office/drawing/2014/main" val="1286774788"/>
                  </a:ext>
                </a:extLst>
              </a:tr>
              <a:tr h="466509">
                <a:tc>
                  <a:txBody>
                    <a:bodyPr/>
                    <a:lstStyle/>
                    <a:p>
                      <a:pPr marL="0" marR="0" indent="0" algn="l" rtl="0" fontAlgn="base">
                        <a:spcAft>
                          <a:spcPts val="800"/>
                        </a:spcAft>
                        <a:buNone/>
                      </a:pPr>
                      <a:r>
                        <a:rPr lang="en-IN" sz="1600" dirty="0">
                          <a:effectLst/>
                        </a:rPr>
                        <a:t>Student Management Systems</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Student information</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Mostly focused on record management</a:t>
                      </a:r>
                      <a:r>
                        <a:rPr lang="en-GB" sz="1600" dirty="0">
                          <a:effectLst/>
                        </a:rPr>
                        <a:t> </a:t>
                      </a:r>
                    </a:p>
                  </a:txBody>
                  <a:tcPr marL="9525" marR="9525" marT="9525" marB="9525" anchor="ctr"/>
                </a:tc>
                <a:extLst>
                  <a:ext uri="{0D108BD9-81ED-4DB2-BD59-A6C34878D82A}">
                    <a16:rowId xmlns:a16="http://schemas.microsoft.com/office/drawing/2014/main" val="3106364498"/>
                  </a:ext>
                </a:extLst>
              </a:tr>
              <a:tr h="466509">
                <a:tc>
                  <a:txBody>
                    <a:bodyPr/>
                    <a:lstStyle/>
                    <a:p>
                      <a:pPr marL="0" marR="0" indent="0" algn="l" rtl="0" fontAlgn="base">
                        <a:spcAft>
                          <a:spcPts val="800"/>
                        </a:spcAft>
                        <a:buNone/>
                      </a:pPr>
                      <a:r>
                        <a:rPr lang="en-IN" sz="1600" dirty="0">
                          <a:effectLst/>
                        </a:rPr>
                        <a:t>DSA-based Systems</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Efficient data organization</a:t>
                      </a:r>
                      <a:r>
                        <a:rPr lang="en-GB" sz="1600" dirty="0">
                          <a:effectLst/>
                        </a:rPr>
                        <a:t> </a:t>
                      </a:r>
                    </a:p>
                  </a:txBody>
                  <a:tcPr marL="9525" marR="9525" marT="9525" marB="9525" anchor="ctr"/>
                </a:tc>
                <a:tc>
                  <a:txBody>
                    <a:bodyPr/>
                    <a:lstStyle/>
                    <a:p>
                      <a:pPr marL="0" marR="0" indent="0" algn="l" rtl="0" fontAlgn="base">
                        <a:spcAft>
                          <a:spcPts val="800"/>
                        </a:spcAft>
                        <a:buNone/>
                      </a:pPr>
                      <a:r>
                        <a:rPr lang="en-IN" sz="1600" dirty="0">
                          <a:effectLst/>
                        </a:rPr>
                        <a:t>Usually designed for specific algorithmic problems</a:t>
                      </a:r>
                      <a:r>
                        <a:rPr lang="en-GB" sz="1600" dirty="0">
                          <a:effectLst/>
                        </a:rPr>
                        <a:t> </a:t>
                      </a:r>
                    </a:p>
                  </a:txBody>
                  <a:tcPr marL="9525" marR="9525" marT="9525" marB="9525" anchor="ctr"/>
                </a:tc>
                <a:extLst>
                  <a:ext uri="{0D108BD9-81ED-4DB2-BD59-A6C34878D82A}">
                    <a16:rowId xmlns:a16="http://schemas.microsoft.com/office/drawing/2014/main" val="1262076049"/>
                  </a:ext>
                </a:extLst>
              </a:tr>
            </a:tbl>
          </a:graphicData>
        </a:graphic>
      </p:graphicFrame>
      <p:sp>
        <p:nvSpPr>
          <p:cNvPr id="13" name="Rectangle: Rounded Corners 12">
            <a:extLst>
              <a:ext uri="{FF2B5EF4-FFF2-40B4-BE49-F238E27FC236}">
                <a16:creationId xmlns:a16="http://schemas.microsoft.com/office/drawing/2014/main" id="{5AFD6A33-B367-6DD2-CDFD-4BFE7862B7D6}"/>
              </a:ext>
            </a:extLst>
          </p:cNvPr>
          <p:cNvSpPr/>
          <p:nvPr/>
        </p:nvSpPr>
        <p:spPr>
          <a:xfrm>
            <a:off x="1169275" y="5097516"/>
            <a:ext cx="9643241" cy="899950"/>
          </a:xfrm>
          <a:prstGeom prst="roundRect">
            <a:avLst/>
          </a:prstGeom>
          <a:ln w="57150">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endParaRPr lang="en-US" dirty="0">
              <a:solidFill>
                <a:srgbClr val="000000"/>
              </a:solidFill>
              <a:latin typeface="Segoe UI"/>
              <a:cs typeface="Segoe UI"/>
            </a:endParaRPr>
          </a:p>
          <a:p>
            <a:pPr>
              <a:lnSpc>
                <a:spcPts val="1376"/>
              </a:lnSpc>
            </a:pPr>
            <a:r>
              <a:rPr lang="en-US" sz="1600" b="1" dirty="0">
                <a:solidFill>
                  <a:srgbClr val="000000"/>
                </a:solidFill>
                <a:latin typeface="Calibri"/>
                <a:ea typeface="Calibri"/>
                <a:cs typeface="Calibri"/>
              </a:rPr>
              <a:t>Observation</a:t>
            </a:r>
            <a:r>
              <a:rPr lang="en-US" sz="1600" dirty="0">
                <a:solidFill>
                  <a:srgbClr val="000000"/>
                </a:solidFill>
                <a:latin typeface="Calibri"/>
                <a:ea typeface="Calibri"/>
                <a:cs typeface="Calibri"/>
              </a:rPr>
              <a:t> </a:t>
            </a:r>
          </a:p>
          <a:p>
            <a:pPr>
              <a:lnSpc>
                <a:spcPts val="1376"/>
              </a:lnSpc>
            </a:pPr>
            <a:r>
              <a:rPr lang="en-US" sz="1600" dirty="0">
                <a:solidFill>
                  <a:srgbClr val="000000"/>
                </a:solidFill>
                <a:latin typeface="Calibri"/>
                <a:ea typeface="Calibri"/>
                <a:cs typeface="Calibri"/>
              </a:rPr>
              <a:t>Existing tools provide individual solutions, but our project combines </a:t>
            </a:r>
            <a:r>
              <a:rPr lang="en-US" sz="1600" b="1" dirty="0">
                <a:solidFill>
                  <a:srgbClr val="000000"/>
                </a:solidFill>
                <a:latin typeface="Calibri"/>
                <a:ea typeface="Calibri"/>
                <a:cs typeface="Calibri"/>
              </a:rPr>
              <a:t>all these </a:t>
            </a:r>
            <a:r>
              <a:rPr lang="en-US" sz="1600" dirty="0">
                <a:solidFill>
                  <a:srgbClr val="000000"/>
                </a:solidFill>
                <a:latin typeface="Calibri"/>
                <a:ea typeface="Calibri"/>
                <a:cs typeface="Calibri"/>
              </a:rPr>
              <a:t>in one single system. </a:t>
            </a:r>
          </a:p>
          <a:p>
            <a:pPr algn="ctr"/>
            <a:endParaRPr lang="en-GB" dirty="0"/>
          </a:p>
        </p:txBody>
      </p:sp>
      <p:sp>
        <p:nvSpPr>
          <p:cNvPr id="14" name="Rectangle: Rounded Corners 13">
            <a:extLst>
              <a:ext uri="{FF2B5EF4-FFF2-40B4-BE49-F238E27FC236}">
                <a16:creationId xmlns:a16="http://schemas.microsoft.com/office/drawing/2014/main" id="{49943CB3-A5E3-FD1B-A01B-BF1F8056CB9D}"/>
              </a:ext>
            </a:extLst>
          </p:cNvPr>
          <p:cNvSpPr/>
          <p:nvPr/>
        </p:nvSpPr>
        <p:spPr>
          <a:xfrm>
            <a:off x="794844" y="243051"/>
            <a:ext cx="10602310" cy="1445172"/>
          </a:xfrm>
          <a:prstGeom prst="roundRect">
            <a:avLst/>
          </a:prstGeom>
          <a:solidFill>
            <a:schemeClr val="accent6">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r>
              <a:rPr lang="en-GB" sz="4400" dirty="0">
                <a:solidFill>
                  <a:srgbClr val="000000"/>
                </a:solidFill>
                <a:latin typeface="Aptos Display"/>
              </a:rPr>
              <a:t>Literature review</a:t>
            </a:r>
          </a:p>
          <a:p>
            <a:pPr algn="ctr"/>
            <a:endParaRPr lang="en-GB" dirty="0"/>
          </a:p>
        </p:txBody>
      </p:sp>
      <p:sp>
        <p:nvSpPr>
          <p:cNvPr id="3" name="TextBox 2">
            <a:extLst>
              <a:ext uri="{FF2B5EF4-FFF2-40B4-BE49-F238E27FC236}">
                <a16:creationId xmlns:a16="http://schemas.microsoft.com/office/drawing/2014/main" id="{1A8E8FF4-38E9-5DB2-9BC9-44D49BCAFD6C}"/>
              </a:ext>
            </a:extLst>
          </p:cNvPr>
          <p:cNvSpPr txBox="1"/>
          <p:nvPr/>
        </p:nvSpPr>
        <p:spPr>
          <a:xfrm>
            <a:off x="182805" y="649445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no.-6</a:t>
            </a:r>
          </a:p>
        </p:txBody>
      </p:sp>
    </p:spTree>
    <p:extLst>
      <p:ext uri="{BB962C8B-B14F-4D97-AF65-F5344CB8AC3E}">
        <p14:creationId xmlns:p14="http://schemas.microsoft.com/office/powerpoint/2010/main" val="1523394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D3E17859-C5F0-476F-A082-A4CB8841D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375"/>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9" name="Picture 28" descr="Free picture: student, writing, young, homework, paper">
            <a:extLst>
              <a:ext uri="{FF2B5EF4-FFF2-40B4-BE49-F238E27FC236}">
                <a16:creationId xmlns:a16="http://schemas.microsoft.com/office/drawing/2014/main" id="{55485D64-7800-3C2A-C87A-14BF351FCC84}"/>
              </a:ext>
            </a:extLst>
          </p:cNvPr>
          <p:cNvPicPr>
            <a:picLocks noChangeAspect="1"/>
          </p:cNvPicPr>
          <p:nvPr/>
        </p:nvPicPr>
        <p:blipFill>
          <a:blip r:embed="rId2"/>
          <a:srcRect l="16674" r="16674"/>
          <a:stretch>
            <a:fillRect/>
          </a:stretch>
        </p:blipFill>
        <p:spPr>
          <a:xfrm>
            <a:off x="8284139" y="328456"/>
            <a:ext cx="3794668" cy="3668901"/>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 name="Title 1">
            <a:extLst>
              <a:ext uri="{FF2B5EF4-FFF2-40B4-BE49-F238E27FC236}">
                <a16:creationId xmlns:a16="http://schemas.microsoft.com/office/drawing/2014/main" id="{D0C96D3B-2DC2-2647-52F4-FE577F8F70B7}"/>
              </a:ext>
            </a:extLst>
          </p:cNvPr>
          <p:cNvSpPr>
            <a:spLocks noGrp="1"/>
          </p:cNvSpPr>
          <p:nvPr>
            <p:ph type="title"/>
          </p:nvPr>
        </p:nvSpPr>
        <p:spPr>
          <a:xfrm>
            <a:off x="838200" y="365125"/>
            <a:ext cx="10515599" cy="1325563"/>
          </a:xfrm>
        </p:spPr>
        <p:txBody>
          <a:bodyPr>
            <a:normAutofit/>
          </a:bodyPr>
          <a:lstStyle/>
          <a:p>
            <a:r>
              <a:rPr lang="en-IN" b="1">
                <a:latin typeface="Calibri"/>
                <a:ea typeface="Calibri"/>
                <a:cs typeface="Calibri"/>
              </a:rPr>
              <a:t>Proposed Methodology</a:t>
            </a:r>
            <a:endParaRPr lang="en-US"/>
          </a:p>
        </p:txBody>
      </p:sp>
      <p:sp>
        <p:nvSpPr>
          <p:cNvPr id="3" name="Content Placeholder 2">
            <a:extLst>
              <a:ext uri="{FF2B5EF4-FFF2-40B4-BE49-F238E27FC236}">
                <a16:creationId xmlns:a16="http://schemas.microsoft.com/office/drawing/2014/main" id="{7D8059E9-2B4B-F288-D851-876A26780343}"/>
              </a:ext>
            </a:extLst>
          </p:cNvPr>
          <p:cNvSpPr>
            <a:spLocks noGrp="1"/>
          </p:cNvSpPr>
          <p:nvPr>
            <p:ph idx="1"/>
          </p:nvPr>
        </p:nvSpPr>
        <p:spPr>
          <a:xfrm>
            <a:off x="7457039" y="3164907"/>
            <a:ext cx="3218772" cy="2692578"/>
          </a:xfrm>
          <a:ln w="57150">
            <a:solidFill>
              <a:srgbClr val="92D050"/>
            </a:solidFill>
          </a:ln>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Autofit/>
          </a:bodyPr>
          <a:lstStyle/>
          <a:p>
            <a:pPr marL="0" indent="0" algn="ctr">
              <a:buNone/>
            </a:pPr>
            <a:r>
              <a:rPr lang="en-IN" sz="1600" b="1" dirty="0">
                <a:solidFill>
                  <a:schemeClr val="tx2"/>
                </a:solidFill>
                <a:highlight>
                  <a:srgbClr val="FFFFFF"/>
                </a:highlight>
                <a:latin typeface="Calibri"/>
                <a:ea typeface="Calibri"/>
                <a:cs typeface="Calibri"/>
              </a:rPr>
              <a:t>We will:</a:t>
            </a:r>
            <a:endParaRPr lang="en-GB" sz="1600">
              <a:solidFill>
                <a:schemeClr val="tx2"/>
              </a:solidFill>
              <a:highlight>
                <a:srgbClr val="606060"/>
              </a:highlight>
              <a:latin typeface="Calibri"/>
              <a:ea typeface="Calibri"/>
              <a:cs typeface="Calibri"/>
            </a:endParaRPr>
          </a:p>
          <a:p>
            <a:pPr marL="0" indent="0" algn="ctr">
              <a:buNone/>
            </a:pPr>
            <a:r>
              <a:rPr lang="en-IN" sz="1600" b="1" dirty="0">
                <a:solidFill>
                  <a:schemeClr val="tx2"/>
                </a:solidFill>
                <a:highlight>
                  <a:srgbClr val="FFFFFF"/>
                </a:highlight>
                <a:latin typeface="Calibri"/>
                <a:ea typeface="Calibri"/>
                <a:cs typeface="Calibri"/>
              </a:rPr>
              <a:t>1. Collect Data</a:t>
            </a:r>
            <a:r>
              <a:rPr lang="en-IN" sz="1600" dirty="0">
                <a:solidFill>
                  <a:schemeClr val="tx2"/>
                </a:solidFill>
                <a:highlight>
                  <a:srgbClr val="FFFFFF"/>
                </a:highlight>
                <a:latin typeface="Calibri"/>
                <a:ea typeface="Calibri"/>
                <a:cs typeface="Calibri"/>
              </a:rPr>
              <a:t> </a:t>
            </a:r>
            <a:endParaRPr lang="en-GB" sz="1600">
              <a:solidFill>
                <a:schemeClr val="tx2"/>
              </a:solidFill>
              <a:highlight>
                <a:srgbClr val="606060"/>
              </a:highlight>
              <a:latin typeface="Calibri"/>
              <a:ea typeface="Calibri"/>
              <a:cs typeface="Calibri"/>
            </a:endParaRPr>
          </a:p>
          <a:p>
            <a:pPr marL="0" indent="0" algn="ctr">
              <a:buNone/>
            </a:pPr>
            <a:r>
              <a:rPr lang="en-IN" sz="1600" b="1" dirty="0">
                <a:solidFill>
                  <a:schemeClr val="tx2"/>
                </a:solidFill>
                <a:highlight>
                  <a:srgbClr val="FFFFFF"/>
                </a:highlight>
                <a:latin typeface="Calibri"/>
                <a:ea typeface="Calibri"/>
                <a:cs typeface="Calibri"/>
              </a:rPr>
              <a:t>2. Store Data</a:t>
            </a:r>
            <a:endParaRPr lang="en-GB" sz="1600">
              <a:solidFill>
                <a:schemeClr val="tx2"/>
              </a:solidFill>
              <a:highlight>
                <a:srgbClr val="606060"/>
              </a:highlight>
              <a:latin typeface="Calibri"/>
              <a:ea typeface="Calibri"/>
              <a:cs typeface="Calibri"/>
            </a:endParaRPr>
          </a:p>
          <a:p>
            <a:pPr marL="0" indent="0" algn="ctr">
              <a:buNone/>
            </a:pPr>
            <a:r>
              <a:rPr lang="en-IN" sz="1600" b="1" dirty="0">
                <a:solidFill>
                  <a:schemeClr val="tx2"/>
                </a:solidFill>
                <a:highlight>
                  <a:srgbClr val="FFFFFF"/>
                </a:highlight>
                <a:latin typeface="Calibri"/>
                <a:ea typeface="Calibri"/>
                <a:cs typeface="Calibri"/>
              </a:rPr>
              <a:t>3. Process Data</a:t>
            </a:r>
            <a:endParaRPr lang="en-GB" sz="1600">
              <a:solidFill>
                <a:schemeClr val="tx2"/>
              </a:solidFill>
              <a:highlight>
                <a:srgbClr val="606060"/>
              </a:highlight>
              <a:latin typeface="Calibri"/>
              <a:ea typeface="Calibri"/>
              <a:cs typeface="Calibri"/>
            </a:endParaRPr>
          </a:p>
          <a:p>
            <a:pPr marL="0" indent="0" algn="ctr">
              <a:buNone/>
            </a:pPr>
            <a:r>
              <a:rPr lang="en-IN" sz="1600" b="1" dirty="0">
                <a:solidFill>
                  <a:schemeClr val="tx2"/>
                </a:solidFill>
                <a:highlight>
                  <a:srgbClr val="FFFFFF"/>
                </a:highlight>
                <a:latin typeface="Calibri"/>
                <a:ea typeface="Calibri"/>
                <a:cs typeface="Calibri"/>
              </a:rPr>
              <a:t>4. Apply Algorithms</a:t>
            </a:r>
            <a:endParaRPr lang="en-GB" sz="1600">
              <a:solidFill>
                <a:schemeClr val="tx2"/>
              </a:solidFill>
              <a:highlight>
                <a:srgbClr val="606060"/>
              </a:highlight>
              <a:latin typeface="Calibri"/>
              <a:ea typeface="Calibri"/>
              <a:cs typeface="Calibri"/>
            </a:endParaRPr>
          </a:p>
          <a:p>
            <a:pPr marL="0" indent="0" algn="ctr">
              <a:buNone/>
            </a:pPr>
            <a:r>
              <a:rPr lang="en-IN" sz="1600" b="1" dirty="0">
                <a:solidFill>
                  <a:schemeClr val="tx2"/>
                </a:solidFill>
                <a:highlight>
                  <a:srgbClr val="FFFFFF"/>
                </a:highlight>
                <a:latin typeface="Calibri"/>
                <a:ea typeface="Calibri"/>
                <a:cs typeface="Calibri"/>
              </a:rPr>
              <a:t>5. Generate Results</a:t>
            </a:r>
            <a:endParaRPr lang="en-GB" sz="1600">
              <a:solidFill>
                <a:schemeClr val="tx2"/>
              </a:solidFill>
              <a:highlight>
                <a:srgbClr val="606060"/>
              </a:highlight>
              <a:latin typeface="Calibri"/>
              <a:ea typeface="Calibri"/>
              <a:cs typeface="Calibri"/>
            </a:endParaRPr>
          </a:p>
          <a:p>
            <a:pPr marL="0" indent="0" algn="ctr">
              <a:buNone/>
            </a:pPr>
            <a:endParaRPr lang="en-GB" sz="1000">
              <a:solidFill>
                <a:schemeClr val="tx2"/>
              </a:solidFill>
            </a:endParaRPr>
          </a:p>
        </p:txBody>
      </p:sp>
      <p:sp>
        <p:nvSpPr>
          <p:cNvPr id="35"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980527" y="1929807"/>
            <a:ext cx="4556632" cy="455663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7"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00988" y="1969050"/>
            <a:ext cx="666675" cy="64859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4" name="Diagram 3">
            <a:extLst>
              <a:ext uri="{FF2B5EF4-FFF2-40B4-BE49-F238E27FC236}">
                <a16:creationId xmlns:a16="http://schemas.microsoft.com/office/drawing/2014/main" id="{BC5D373C-1AAC-E865-F4B7-840ACA62A7C5}"/>
              </a:ext>
            </a:extLst>
          </p:cNvPr>
          <p:cNvGraphicFramePr/>
          <p:nvPr>
            <p:extLst>
              <p:ext uri="{D42A27DB-BD31-4B8C-83A1-F6EECF244321}">
                <p14:modId xmlns:p14="http://schemas.microsoft.com/office/powerpoint/2010/main" val="1641014414"/>
              </p:ext>
            </p:extLst>
          </p:nvPr>
        </p:nvGraphicFramePr>
        <p:xfrm>
          <a:off x="1193307" y="1825625"/>
          <a:ext cx="539336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TextBox 18">
            <a:extLst>
              <a:ext uri="{FF2B5EF4-FFF2-40B4-BE49-F238E27FC236}">
                <a16:creationId xmlns:a16="http://schemas.microsoft.com/office/drawing/2014/main" id="{B2330983-61AD-81A5-246C-D80CE777E83F}"/>
              </a:ext>
            </a:extLst>
          </p:cNvPr>
          <p:cNvSpPr txBox="1"/>
          <p:nvPr/>
        </p:nvSpPr>
        <p:spPr>
          <a:xfrm>
            <a:off x="183931" y="6371896"/>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No.-7</a:t>
            </a:r>
          </a:p>
        </p:txBody>
      </p:sp>
    </p:spTree>
    <p:extLst>
      <p:ext uri="{BB962C8B-B14F-4D97-AF65-F5344CB8AC3E}">
        <p14:creationId xmlns:p14="http://schemas.microsoft.com/office/powerpoint/2010/main" val="3215007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7EEB7-2CB0-E64A-13EE-0E6F2B79277D}"/>
              </a:ext>
            </a:extLst>
          </p:cNvPr>
          <p:cNvSpPr>
            <a:spLocks noGrp="1"/>
          </p:cNvSpPr>
          <p:nvPr>
            <p:ph type="title"/>
          </p:nvPr>
        </p:nvSpPr>
        <p:spPr>
          <a:solidFill>
            <a:schemeClr val="accent6">
              <a:lumMod val="60000"/>
              <a:lumOff val="40000"/>
            </a:schemeClr>
          </a:solidFill>
        </p:spPr>
        <p:txBody>
          <a:bodyPr>
            <a:normAutofit/>
          </a:bodyPr>
          <a:lstStyle/>
          <a:p>
            <a:r>
              <a:rPr lang="en-IN" sz="3200" b="1" dirty="0">
                <a:latin typeface="Calibri"/>
                <a:ea typeface="Calibri"/>
                <a:cs typeface="Calibri"/>
              </a:rPr>
              <a:t>Tools &amp; Technologies Used</a:t>
            </a:r>
            <a:endParaRPr lang="en-US" sz="3200"/>
          </a:p>
        </p:txBody>
      </p:sp>
      <p:sp>
        <p:nvSpPr>
          <p:cNvPr id="6" name="TextBox 5">
            <a:extLst>
              <a:ext uri="{FF2B5EF4-FFF2-40B4-BE49-F238E27FC236}">
                <a16:creationId xmlns:a16="http://schemas.microsoft.com/office/drawing/2014/main" id="{CD1938BD-5199-8BAE-7E69-E3BDC9E8B15A}"/>
              </a:ext>
            </a:extLst>
          </p:cNvPr>
          <p:cNvSpPr txBox="1"/>
          <p:nvPr/>
        </p:nvSpPr>
        <p:spPr>
          <a:xfrm>
            <a:off x="6529550" y="2010103"/>
            <a:ext cx="5136932" cy="3677603"/>
          </a:xfrm>
          <a:prstGeom prst="round2DiagRect">
            <a:avLst/>
          </a:prstGeom>
          <a:ln w="28575">
            <a:solidFill>
              <a:schemeClr val="accent6"/>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400" b="1" dirty="0">
                <a:solidFill>
                  <a:srgbClr val="000000"/>
                </a:solidFill>
                <a:highlight>
                  <a:srgbClr val="FFFFFF"/>
                </a:highlight>
                <a:latin typeface="Calibri"/>
                <a:ea typeface="Calibri"/>
                <a:cs typeface="Calibri"/>
              </a:rPr>
              <a:t>DSA Used</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Array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Structure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Linked List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Queue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Priority Queue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Stack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Graph </a:t>
            </a:r>
            <a:endParaRPr lang="en-US" sz="1400">
              <a:solidFill>
                <a:srgbClr val="000000"/>
              </a:solidFill>
              <a:highlight>
                <a:srgbClr val="606060"/>
              </a:highlight>
              <a:latin typeface="Calibri"/>
              <a:ea typeface="Calibri"/>
              <a:cs typeface="Calibri"/>
            </a:endParaRPr>
          </a:p>
          <a:p>
            <a:r>
              <a:rPr lang="en-IN" sz="1400" b="1" dirty="0">
                <a:solidFill>
                  <a:srgbClr val="000000"/>
                </a:solidFill>
                <a:highlight>
                  <a:srgbClr val="FFFFFF"/>
                </a:highlight>
                <a:latin typeface="Calibri"/>
                <a:ea typeface="Calibri"/>
                <a:cs typeface="Calibri"/>
              </a:rPr>
              <a:t>Algorithms Used</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Linear Search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Binary Search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Bubble Sort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BFS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DFS </a:t>
            </a:r>
            <a:endParaRPr lang="en-US" sz="1400">
              <a:solidFill>
                <a:srgbClr val="000000"/>
              </a:solidFill>
              <a:highlight>
                <a:srgbClr val="606060"/>
              </a:highlight>
              <a:latin typeface="Calibri"/>
              <a:ea typeface="Calibri"/>
              <a:cs typeface="Calibri"/>
            </a:endParaRPr>
          </a:p>
          <a:p>
            <a:pPr marL="285750" indent="-285750">
              <a:buFont typeface="Symbol"/>
              <a:buChar char="•"/>
            </a:pPr>
            <a:r>
              <a:rPr lang="en-IN" sz="1400" dirty="0">
                <a:solidFill>
                  <a:srgbClr val="000000"/>
                </a:solidFill>
                <a:highlight>
                  <a:srgbClr val="FFFFFF"/>
                </a:highlight>
                <a:latin typeface="Calibri"/>
                <a:ea typeface="Calibri"/>
                <a:cs typeface="Calibri"/>
              </a:rPr>
              <a:t>Rule-based recommendation</a:t>
            </a:r>
            <a:endParaRPr lang="en-US" sz="1400" dirty="0"/>
          </a:p>
        </p:txBody>
      </p:sp>
      <p:graphicFrame>
        <p:nvGraphicFramePr>
          <p:cNvPr id="5" name="Content Placeholder 4">
            <a:extLst>
              <a:ext uri="{FF2B5EF4-FFF2-40B4-BE49-F238E27FC236}">
                <a16:creationId xmlns:a16="http://schemas.microsoft.com/office/drawing/2014/main" id="{CEFE2F85-2E45-D6F2-05D5-EBF42D9A1042}"/>
              </a:ext>
            </a:extLst>
          </p:cNvPr>
          <p:cNvGraphicFramePr>
            <a:graphicFrameLocks noGrp="1"/>
          </p:cNvGraphicFramePr>
          <p:nvPr>
            <p:ph idx="1"/>
            <p:extLst>
              <p:ext uri="{D42A27DB-BD31-4B8C-83A1-F6EECF244321}">
                <p14:modId xmlns:p14="http://schemas.microsoft.com/office/powerpoint/2010/main" val="879157961"/>
              </p:ext>
            </p:extLst>
          </p:nvPr>
        </p:nvGraphicFramePr>
        <p:xfrm>
          <a:off x="838200" y="1825625"/>
          <a:ext cx="5496851" cy="3875994"/>
        </p:xfrm>
        <a:graphic>
          <a:graphicData uri="http://schemas.openxmlformats.org/drawingml/2006/table">
            <a:tbl>
              <a:tblPr bandRow="1">
                <a:tableStyleId>{93296810-A885-4BE3-A3E7-6D5BEEA58F35}</a:tableStyleId>
              </a:tblPr>
              <a:tblGrid>
                <a:gridCol w="1260611">
                  <a:extLst>
                    <a:ext uri="{9D8B030D-6E8A-4147-A177-3AD203B41FA5}">
                      <a16:colId xmlns:a16="http://schemas.microsoft.com/office/drawing/2014/main" val="4145480264"/>
                    </a:ext>
                  </a:extLst>
                </a:gridCol>
                <a:gridCol w="4236240">
                  <a:extLst>
                    <a:ext uri="{9D8B030D-6E8A-4147-A177-3AD203B41FA5}">
                      <a16:colId xmlns:a16="http://schemas.microsoft.com/office/drawing/2014/main" val="433527296"/>
                    </a:ext>
                  </a:extLst>
                </a:gridCol>
              </a:tblGrid>
              <a:tr h="430666">
                <a:tc>
                  <a:txBody>
                    <a:bodyPr/>
                    <a:lstStyle/>
                    <a:p>
                      <a:pPr marL="0" marR="0" indent="0" algn="l" rtl="0" fontAlgn="base">
                        <a:spcAft>
                          <a:spcPts val="800"/>
                        </a:spcAft>
                        <a:buNone/>
                      </a:pPr>
                      <a:r>
                        <a:rPr lang="en-IN" sz="1100" dirty="0">
                          <a:effectLst/>
                        </a:rPr>
                        <a:t>Technology</a:t>
                      </a:r>
                      <a:r>
                        <a:rPr lang="en-GB" sz="1100" dirty="0">
                          <a:effectLst/>
                        </a:rPr>
                        <a:t> </a:t>
                      </a:r>
                      <a:endParaRPr lang="en-GB" dirty="0">
                        <a:effectLst/>
                      </a:endParaRPr>
                    </a:p>
                  </a:txBody>
                  <a:tcPr marL="9525" marR="9525" marT="9525" marB="9525" anchor="ctr"/>
                </a:tc>
                <a:tc>
                  <a:txBody>
                    <a:bodyPr/>
                    <a:lstStyle/>
                    <a:p>
                      <a:pPr marL="0" marR="0" indent="0" algn="l" rtl="0" fontAlgn="base">
                        <a:spcAft>
                          <a:spcPts val="800"/>
                        </a:spcAft>
                        <a:buNone/>
                      </a:pPr>
                      <a:r>
                        <a:rPr lang="en-IN" sz="1100" dirty="0">
                          <a:effectLst/>
                        </a:rPr>
                        <a:t>Purpose</a:t>
                      </a:r>
                      <a:r>
                        <a:rPr lang="en-GB" sz="1100" dirty="0">
                          <a:effectLst/>
                        </a:rPr>
                        <a:t> </a:t>
                      </a:r>
                      <a:endParaRPr lang="en-GB">
                        <a:effectLst/>
                      </a:endParaRPr>
                    </a:p>
                  </a:txBody>
                  <a:tcPr marL="9525" marR="9525" marT="9525" marB="9525" anchor="ctr"/>
                </a:tc>
                <a:extLst>
                  <a:ext uri="{0D108BD9-81ED-4DB2-BD59-A6C34878D82A}">
                    <a16:rowId xmlns:a16="http://schemas.microsoft.com/office/drawing/2014/main" val="2842665181"/>
                  </a:ext>
                </a:extLst>
              </a:tr>
              <a:tr h="430666">
                <a:tc>
                  <a:txBody>
                    <a:bodyPr/>
                    <a:lstStyle/>
                    <a:p>
                      <a:pPr marL="0" marR="0" indent="0" algn="l" rtl="0" fontAlgn="base">
                        <a:spcAft>
                          <a:spcPts val="800"/>
                        </a:spcAft>
                        <a:buNone/>
                      </a:pPr>
                      <a:r>
                        <a:rPr lang="en-IN" sz="1100" dirty="0">
                          <a:effectLst/>
                        </a:rPr>
                        <a:t>C</a:t>
                      </a:r>
                      <a:r>
                        <a:rPr lang="en-GB" sz="1100" dirty="0">
                          <a:effectLst/>
                        </a:rPr>
                        <a:t> </a:t>
                      </a:r>
                      <a:endParaRPr lang="en-GB" dirty="0">
                        <a:effectLst/>
                      </a:endParaRPr>
                    </a:p>
                  </a:txBody>
                  <a:tcPr marL="9525" marR="9525" marT="9525" marB="9525" anchor="ctr"/>
                </a:tc>
                <a:tc>
                  <a:txBody>
                    <a:bodyPr/>
                    <a:lstStyle/>
                    <a:p>
                      <a:pPr marL="0" marR="0" indent="0" algn="l" rtl="0" fontAlgn="base">
                        <a:spcAft>
                          <a:spcPts val="800"/>
                        </a:spcAft>
                        <a:buNone/>
                      </a:pPr>
                      <a:r>
                        <a:rPr lang="en-IN" sz="1100" dirty="0">
                          <a:effectLst/>
                        </a:rPr>
                        <a:t>Data Structures, algorithms and core processing</a:t>
                      </a:r>
                      <a:r>
                        <a:rPr lang="en-GB" sz="1100" dirty="0">
                          <a:effectLst/>
                        </a:rPr>
                        <a:t> </a:t>
                      </a:r>
                      <a:endParaRPr lang="en-GB" dirty="0">
                        <a:effectLst/>
                      </a:endParaRPr>
                    </a:p>
                  </a:txBody>
                  <a:tcPr marL="9525" marR="9525" marT="9525" marB="9525" anchor="ctr"/>
                </a:tc>
                <a:extLst>
                  <a:ext uri="{0D108BD9-81ED-4DB2-BD59-A6C34878D82A}">
                    <a16:rowId xmlns:a16="http://schemas.microsoft.com/office/drawing/2014/main" val="1379607511"/>
                  </a:ext>
                </a:extLst>
              </a:tr>
              <a:tr h="430666">
                <a:tc>
                  <a:txBody>
                    <a:bodyPr/>
                    <a:lstStyle/>
                    <a:p>
                      <a:pPr marL="0" marR="0" indent="0" algn="l" rtl="0" fontAlgn="base">
                        <a:spcAft>
                          <a:spcPts val="800"/>
                        </a:spcAft>
                        <a:buNone/>
                      </a:pPr>
                      <a:r>
                        <a:rPr lang="en-IN" sz="1100" dirty="0">
                          <a:effectLst/>
                        </a:rPr>
                        <a:t>HTML</a:t>
                      </a:r>
                      <a:r>
                        <a:rPr lang="en-GB" sz="1100" dirty="0">
                          <a:effectLst/>
                        </a:rPr>
                        <a:t> </a:t>
                      </a:r>
                      <a:endParaRPr lang="en-GB" dirty="0">
                        <a:effectLst/>
                      </a:endParaRPr>
                    </a:p>
                  </a:txBody>
                  <a:tcPr marL="9525" marR="9525" marT="9525" marB="9525" anchor="ctr"/>
                </a:tc>
                <a:tc>
                  <a:txBody>
                    <a:bodyPr/>
                    <a:lstStyle/>
                    <a:p>
                      <a:pPr marL="0" marR="0" indent="0" algn="l" rtl="0" fontAlgn="base">
                        <a:spcAft>
                          <a:spcPts val="800"/>
                        </a:spcAft>
                        <a:buNone/>
                      </a:pPr>
                      <a:r>
                        <a:rPr lang="en-IN" sz="1100" dirty="0">
                          <a:effectLst/>
                        </a:rPr>
                        <a:t>Webpage structure</a:t>
                      </a:r>
                      <a:r>
                        <a:rPr lang="en-GB" sz="1100" dirty="0">
                          <a:effectLst/>
                        </a:rPr>
                        <a:t> </a:t>
                      </a:r>
                      <a:endParaRPr lang="en-GB" dirty="0">
                        <a:effectLst/>
                      </a:endParaRPr>
                    </a:p>
                  </a:txBody>
                  <a:tcPr marL="9525" marR="9525" marT="9525" marB="9525" anchor="ctr"/>
                </a:tc>
                <a:extLst>
                  <a:ext uri="{0D108BD9-81ED-4DB2-BD59-A6C34878D82A}">
                    <a16:rowId xmlns:a16="http://schemas.microsoft.com/office/drawing/2014/main" val="3230344813"/>
                  </a:ext>
                </a:extLst>
              </a:tr>
              <a:tr h="430666">
                <a:tc>
                  <a:txBody>
                    <a:bodyPr/>
                    <a:lstStyle/>
                    <a:p>
                      <a:pPr marL="0" marR="0" indent="0" algn="l" rtl="0" fontAlgn="base">
                        <a:spcAft>
                          <a:spcPts val="800"/>
                        </a:spcAft>
                        <a:buNone/>
                      </a:pPr>
                      <a:r>
                        <a:rPr lang="en-IN" sz="1100" dirty="0">
                          <a:effectLst/>
                        </a:rPr>
                        <a:t>CSS</a:t>
                      </a:r>
                      <a:r>
                        <a:rPr lang="en-GB" sz="1100" dirty="0">
                          <a:effectLst/>
                        </a:rPr>
                        <a:t> </a:t>
                      </a:r>
                      <a:endParaRPr lang="en-GB" dirty="0">
                        <a:effectLst/>
                      </a:endParaRPr>
                    </a:p>
                  </a:txBody>
                  <a:tcPr marL="9525" marR="9525" marT="9525" marB="9525" anchor="ctr"/>
                </a:tc>
                <a:tc>
                  <a:txBody>
                    <a:bodyPr/>
                    <a:lstStyle/>
                    <a:p>
                      <a:pPr marL="0" marR="0" indent="0" algn="l" rtl="0" fontAlgn="base">
                        <a:spcAft>
                          <a:spcPts val="800"/>
                        </a:spcAft>
                        <a:buNone/>
                      </a:pPr>
                      <a:r>
                        <a:rPr lang="en-IN" sz="1100" dirty="0">
                          <a:effectLst/>
                        </a:rPr>
                        <a:t>Interface design and layout</a:t>
                      </a:r>
                      <a:r>
                        <a:rPr lang="en-GB" sz="1100" dirty="0">
                          <a:effectLst/>
                        </a:rPr>
                        <a:t> </a:t>
                      </a:r>
                      <a:endParaRPr lang="en-GB" dirty="0">
                        <a:effectLst/>
                      </a:endParaRPr>
                    </a:p>
                  </a:txBody>
                  <a:tcPr marL="9525" marR="9525" marT="9525" marB="9525" anchor="ctr"/>
                </a:tc>
                <a:extLst>
                  <a:ext uri="{0D108BD9-81ED-4DB2-BD59-A6C34878D82A}">
                    <a16:rowId xmlns:a16="http://schemas.microsoft.com/office/drawing/2014/main" val="1189100005"/>
                  </a:ext>
                </a:extLst>
              </a:tr>
              <a:tr h="430666">
                <a:tc>
                  <a:txBody>
                    <a:bodyPr/>
                    <a:lstStyle/>
                    <a:p>
                      <a:pPr marL="0" marR="0" indent="0" algn="l" rtl="0" fontAlgn="base">
                        <a:spcAft>
                          <a:spcPts val="800"/>
                        </a:spcAft>
                        <a:buNone/>
                      </a:pPr>
                      <a:r>
                        <a:rPr lang="en-IN" sz="1100" dirty="0">
                          <a:effectLst/>
                        </a:rPr>
                        <a:t>JavaScript</a:t>
                      </a:r>
                      <a:r>
                        <a:rPr lang="en-GB" sz="1100" dirty="0">
                          <a:effectLst/>
                        </a:rPr>
                        <a:t> </a:t>
                      </a:r>
                      <a:endParaRPr lang="en-GB" dirty="0">
                        <a:effectLst/>
                      </a:endParaRPr>
                    </a:p>
                  </a:txBody>
                  <a:tcPr marL="9525" marR="9525" marT="9525" marB="9525" anchor="ctr"/>
                </a:tc>
                <a:tc>
                  <a:txBody>
                    <a:bodyPr/>
                    <a:lstStyle/>
                    <a:p>
                      <a:pPr marL="0" marR="0" indent="0" algn="l" rtl="0" fontAlgn="base">
                        <a:spcAft>
                          <a:spcPts val="800"/>
                        </a:spcAft>
                        <a:buNone/>
                      </a:pPr>
                      <a:r>
                        <a:rPr lang="en-IN" sz="1100" dirty="0">
                          <a:effectLst/>
                        </a:rPr>
                        <a:t>Frontend interaction</a:t>
                      </a:r>
                      <a:r>
                        <a:rPr lang="en-GB" sz="1100" dirty="0">
                          <a:effectLst/>
                        </a:rPr>
                        <a:t> </a:t>
                      </a:r>
                      <a:endParaRPr lang="en-GB" dirty="0">
                        <a:effectLst/>
                      </a:endParaRPr>
                    </a:p>
                  </a:txBody>
                  <a:tcPr marL="9525" marR="9525" marT="9525" marB="9525" anchor="ctr"/>
                </a:tc>
                <a:extLst>
                  <a:ext uri="{0D108BD9-81ED-4DB2-BD59-A6C34878D82A}">
                    <a16:rowId xmlns:a16="http://schemas.microsoft.com/office/drawing/2014/main" val="3603451359"/>
                  </a:ext>
                </a:extLst>
              </a:tr>
              <a:tr h="430666">
                <a:tc>
                  <a:txBody>
                    <a:bodyPr/>
                    <a:lstStyle/>
                    <a:p>
                      <a:pPr marL="0" marR="0" indent="0" algn="l" rtl="0" fontAlgn="base">
                        <a:spcAft>
                          <a:spcPts val="800"/>
                        </a:spcAft>
                        <a:buNone/>
                      </a:pPr>
                      <a:r>
                        <a:rPr lang="en-IN" sz="1100" dirty="0">
                          <a:effectLst/>
                        </a:rPr>
                        <a:t>Python Flask</a:t>
                      </a:r>
                      <a:r>
                        <a:rPr lang="en-GB" sz="1100" dirty="0">
                          <a:effectLst/>
                        </a:rPr>
                        <a:t> </a:t>
                      </a:r>
                      <a:endParaRPr lang="en-GB" dirty="0">
                        <a:effectLst/>
                      </a:endParaRPr>
                    </a:p>
                  </a:txBody>
                  <a:tcPr marL="9525" marR="9525" marT="9525" marB="9525" anchor="ctr"/>
                </a:tc>
                <a:tc>
                  <a:txBody>
                    <a:bodyPr/>
                    <a:lstStyle/>
                    <a:p>
                      <a:pPr marL="0" marR="0" indent="0" algn="l" rtl="0" fontAlgn="base">
                        <a:spcAft>
                          <a:spcPts val="800"/>
                        </a:spcAft>
                        <a:buNone/>
                      </a:pPr>
                      <a:r>
                        <a:rPr lang="en-IN" sz="1100" dirty="0">
                          <a:effectLst/>
                        </a:rPr>
                        <a:t>Backend/API</a:t>
                      </a:r>
                      <a:r>
                        <a:rPr lang="en-GB" sz="1100" dirty="0">
                          <a:effectLst/>
                        </a:rPr>
                        <a:t> </a:t>
                      </a:r>
                      <a:endParaRPr lang="en-GB" dirty="0">
                        <a:effectLst/>
                      </a:endParaRPr>
                    </a:p>
                  </a:txBody>
                  <a:tcPr marL="9525" marR="9525" marT="9525" marB="9525" anchor="ctr"/>
                </a:tc>
                <a:extLst>
                  <a:ext uri="{0D108BD9-81ED-4DB2-BD59-A6C34878D82A}">
                    <a16:rowId xmlns:a16="http://schemas.microsoft.com/office/drawing/2014/main" val="823458832"/>
                  </a:ext>
                </a:extLst>
              </a:tr>
              <a:tr h="430666">
                <a:tc>
                  <a:txBody>
                    <a:bodyPr/>
                    <a:lstStyle/>
                    <a:p>
                      <a:pPr marL="0" marR="0" indent="0" algn="l" rtl="0" fontAlgn="base">
                        <a:spcAft>
                          <a:spcPts val="800"/>
                        </a:spcAft>
                        <a:buNone/>
                      </a:pPr>
                      <a:r>
                        <a:rPr lang="en-IN" sz="1100" dirty="0">
                          <a:effectLst/>
                        </a:rPr>
                        <a:t>SQLite</a:t>
                      </a:r>
                      <a:r>
                        <a:rPr lang="en-GB" sz="1100" dirty="0">
                          <a:effectLst/>
                        </a:rPr>
                        <a:t> </a:t>
                      </a:r>
                      <a:endParaRPr lang="en-GB" dirty="0">
                        <a:effectLst/>
                      </a:endParaRPr>
                    </a:p>
                  </a:txBody>
                  <a:tcPr marL="9525" marR="9525" marT="9525" marB="9525" anchor="ctr"/>
                </a:tc>
                <a:tc>
                  <a:txBody>
                    <a:bodyPr/>
                    <a:lstStyle/>
                    <a:p>
                      <a:pPr marL="0" marR="0" indent="0" algn="l" rtl="0" fontAlgn="base">
                        <a:spcAft>
                          <a:spcPts val="800"/>
                        </a:spcAft>
                        <a:buNone/>
                      </a:pPr>
                      <a:r>
                        <a:rPr lang="en-IN" sz="1100" dirty="0">
                          <a:effectLst/>
                        </a:rPr>
                        <a:t>Database and data storage</a:t>
                      </a:r>
                      <a:r>
                        <a:rPr lang="en-GB" sz="1100" dirty="0">
                          <a:effectLst/>
                        </a:rPr>
                        <a:t> </a:t>
                      </a:r>
                      <a:endParaRPr lang="en-GB" dirty="0">
                        <a:effectLst/>
                      </a:endParaRPr>
                    </a:p>
                  </a:txBody>
                  <a:tcPr marL="9525" marR="9525" marT="9525" marB="9525" anchor="ctr"/>
                </a:tc>
                <a:extLst>
                  <a:ext uri="{0D108BD9-81ED-4DB2-BD59-A6C34878D82A}">
                    <a16:rowId xmlns:a16="http://schemas.microsoft.com/office/drawing/2014/main" val="1936441135"/>
                  </a:ext>
                </a:extLst>
              </a:tr>
              <a:tr h="430666">
                <a:tc>
                  <a:txBody>
                    <a:bodyPr/>
                    <a:lstStyle/>
                    <a:p>
                      <a:pPr marL="0" marR="0" indent="0" algn="l" rtl="0" fontAlgn="base">
                        <a:spcAft>
                          <a:spcPts val="800"/>
                        </a:spcAft>
                        <a:buNone/>
                      </a:pPr>
                      <a:r>
                        <a:rPr lang="en-IN" sz="1100" dirty="0">
                          <a:effectLst/>
                        </a:rPr>
                        <a:t>VS Code</a:t>
                      </a:r>
                      <a:r>
                        <a:rPr lang="en-GB" sz="1100" dirty="0">
                          <a:effectLst/>
                        </a:rPr>
                        <a:t> / </a:t>
                      </a:r>
                      <a:r>
                        <a:rPr lang="en-GB" sz="1100">
                          <a:effectLst/>
                        </a:rPr>
                        <a:t>Codeblock</a:t>
                      </a:r>
                      <a:endParaRPr lang="en-GB" dirty="0">
                        <a:effectLst/>
                      </a:endParaRPr>
                    </a:p>
                  </a:txBody>
                  <a:tcPr marL="9525" marR="9525" marT="9525" marB="9525" anchor="ctr"/>
                </a:tc>
                <a:tc>
                  <a:txBody>
                    <a:bodyPr/>
                    <a:lstStyle/>
                    <a:p>
                      <a:pPr marL="0" marR="0" indent="0" algn="l" rtl="0" fontAlgn="base">
                        <a:spcAft>
                          <a:spcPts val="800"/>
                        </a:spcAft>
                        <a:buNone/>
                      </a:pPr>
                      <a:r>
                        <a:rPr lang="en-IN" sz="1100" dirty="0">
                          <a:effectLst/>
                        </a:rPr>
                        <a:t> C Development</a:t>
                      </a:r>
                      <a:r>
                        <a:rPr lang="en-GB" sz="1100" dirty="0">
                          <a:effectLst/>
                        </a:rPr>
                        <a:t> </a:t>
                      </a:r>
                      <a:endParaRPr lang="en-GB" dirty="0">
                        <a:effectLst/>
                      </a:endParaRPr>
                    </a:p>
                  </a:txBody>
                  <a:tcPr marL="9525" marR="9525" marT="9525" marB="9525" anchor="ctr"/>
                </a:tc>
                <a:extLst>
                  <a:ext uri="{0D108BD9-81ED-4DB2-BD59-A6C34878D82A}">
                    <a16:rowId xmlns:a16="http://schemas.microsoft.com/office/drawing/2014/main" val="2248657239"/>
                  </a:ext>
                </a:extLst>
              </a:tr>
              <a:tr h="430666">
                <a:tc>
                  <a:txBody>
                    <a:bodyPr/>
                    <a:lstStyle/>
                    <a:p>
                      <a:pPr marL="0" marR="0" indent="0" algn="l" rtl="0" fontAlgn="base">
                        <a:spcAft>
                          <a:spcPts val="800"/>
                        </a:spcAft>
                        <a:buNone/>
                      </a:pPr>
                      <a:r>
                        <a:rPr lang="en-IN" sz="1100" dirty="0">
                          <a:effectLst/>
                        </a:rPr>
                        <a:t>Web Browser</a:t>
                      </a:r>
                      <a:r>
                        <a:rPr lang="en-GB" sz="1100" dirty="0">
                          <a:effectLst/>
                        </a:rPr>
                        <a:t> </a:t>
                      </a:r>
                      <a:endParaRPr lang="en-GB" dirty="0">
                        <a:effectLst/>
                      </a:endParaRPr>
                    </a:p>
                  </a:txBody>
                  <a:tcPr marL="9525" marR="9525" marT="9525" marB="9525" anchor="ctr"/>
                </a:tc>
                <a:tc>
                  <a:txBody>
                    <a:bodyPr/>
                    <a:lstStyle/>
                    <a:p>
                      <a:pPr marL="0" marR="0" indent="0" algn="l" rtl="0" fontAlgn="base">
                        <a:spcAft>
                          <a:spcPts val="800"/>
                        </a:spcAft>
                        <a:buNone/>
                      </a:pPr>
                      <a:r>
                        <a:rPr lang="en-IN" sz="1100" dirty="0">
                          <a:effectLst/>
                        </a:rPr>
                        <a:t>Running and testing frontend</a:t>
                      </a:r>
                      <a:r>
                        <a:rPr lang="en-GB" sz="1100" dirty="0">
                          <a:effectLst/>
                        </a:rPr>
                        <a:t> </a:t>
                      </a:r>
                      <a:endParaRPr lang="en-GB" dirty="0">
                        <a:effectLst/>
                      </a:endParaRPr>
                    </a:p>
                  </a:txBody>
                  <a:tcPr marL="9525" marR="9525" marT="9525" marB="9525" anchor="ctr"/>
                </a:tc>
                <a:extLst>
                  <a:ext uri="{0D108BD9-81ED-4DB2-BD59-A6C34878D82A}">
                    <a16:rowId xmlns:a16="http://schemas.microsoft.com/office/drawing/2014/main" val="3778530912"/>
                  </a:ext>
                </a:extLst>
              </a:tr>
            </a:tbl>
          </a:graphicData>
        </a:graphic>
      </p:graphicFrame>
      <p:sp>
        <p:nvSpPr>
          <p:cNvPr id="3" name="TextBox 2">
            <a:extLst>
              <a:ext uri="{FF2B5EF4-FFF2-40B4-BE49-F238E27FC236}">
                <a16:creationId xmlns:a16="http://schemas.microsoft.com/office/drawing/2014/main" id="{3D8C7C9F-26E1-9CD1-B97E-3F0C96AC4495}"/>
              </a:ext>
            </a:extLst>
          </p:cNvPr>
          <p:cNvSpPr txBox="1"/>
          <p:nvPr/>
        </p:nvSpPr>
        <p:spPr>
          <a:xfrm>
            <a:off x="341586" y="655582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solidFill>
                  <a:schemeClr val="bg1"/>
                </a:solidFill>
              </a:rPr>
              <a:t>Page No.-8</a:t>
            </a:r>
          </a:p>
        </p:txBody>
      </p:sp>
    </p:spTree>
    <p:extLst>
      <p:ext uri="{BB962C8B-B14F-4D97-AF65-F5344CB8AC3E}">
        <p14:creationId xmlns:p14="http://schemas.microsoft.com/office/powerpoint/2010/main" val="1792290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Shape 6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Shape 6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0" name="Isosceles Triangle 6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Isosceles Triangle 7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E40569-C3DA-AA41-BD22-5CDDF2C9979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System architecture</a:t>
            </a:r>
          </a:p>
        </p:txBody>
      </p:sp>
      <p:graphicFrame>
        <p:nvGraphicFramePr>
          <p:cNvPr id="4" name="Diagram 3">
            <a:extLst>
              <a:ext uri="{FF2B5EF4-FFF2-40B4-BE49-F238E27FC236}">
                <a16:creationId xmlns:a16="http://schemas.microsoft.com/office/drawing/2014/main" id="{FF63C233-69D8-1C47-0D07-5CC92B213487}"/>
              </a:ext>
            </a:extLst>
          </p:cNvPr>
          <p:cNvGraphicFramePr/>
          <p:nvPr>
            <p:extLst>
              <p:ext uri="{D42A27DB-BD31-4B8C-83A1-F6EECF244321}">
                <p14:modId xmlns:p14="http://schemas.microsoft.com/office/powerpoint/2010/main" val="1370705908"/>
              </p:ext>
            </p:extLst>
          </p:nvPr>
        </p:nvGraphicFramePr>
        <p:xfrm>
          <a:off x="-101376" y="118294"/>
          <a:ext cx="11797513" cy="67363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311" name="Rectangle: Rounded Corners 3310">
            <a:extLst>
              <a:ext uri="{FF2B5EF4-FFF2-40B4-BE49-F238E27FC236}">
                <a16:creationId xmlns:a16="http://schemas.microsoft.com/office/drawing/2014/main" id="{F72724B2-DFFD-F464-974C-C27C0D47346F}"/>
              </a:ext>
            </a:extLst>
          </p:cNvPr>
          <p:cNvSpPr/>
          <p:nvPr/>
        </p:nvSpPr>
        <p:spPr>
          <a:xfrm>
            <a:off x="7274350" y="926968"/>
            <a:ext cx="4839092" cy="974103"/>
          </a:xfrm>
          <a:prstGeom prst="roundRect">
            <a:avLst/>
          </a:prstGeom>
          <a:solidFill>
            <a:schemeClr val="accent3">
              <a:lumMod val="20000"/>
              <a:lumOff val="80000"/>
            </a:schemeClr>
          </a:solidFill>
          <a:ln w="57150">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3600" b="1" dirty="0"/>
              <a:t>System Architecture</a:t>
            </a:r>
          </a:p>
        </p:txBody>
      </p:sp>
      <p:sp>
        <p:nvSpPr>
          <p:cNvPr id="18" name="TextBox 17">
            <a:extLst>
              <a:ext uri="{FF2B5EF4-FFF2-40B4-BE49-F238E27FC236}">
                <a16:creationId xmlns:a16="http://schemas.microsoft.com/office/drawing/2014/main" id="{4614A791-841F-D996-9D03-42DDA1AFC5E5}"/>
              </a:ext>
            </a:extLst>
          </p:cNvPr>
          <p:cNvSpPr txBox="1"/>
          <p:nvPr/>
        </p:nvSpPr>
        <p:spPr>
          <a:xfrm>
            <a:off x="578068" y="639817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NO.-9</a:t>
            </a:r>
          </a:p>
        </p:txBody>
      </p:sp>
    </p:spTree>
    <p:extLst>
      <p:ext uri="{BB962C8B-B14F-4D97-AF65-F5344CB8AC3E}">
        <p14:creationId xmlns:p14="http://schemas.microsoft.com/office/powerpoint/2010/main" val="1906995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E354E2EA-F3AF-5AC0-0CCD-216A0E0A902D}"/>
              </a:ext>
            </a:extLst>
          </p:cNvPr>
          <p:cNvSpPr>
            <a:spLocks noGrp="1"/>
          </p:cNvSpPr>
          <p:nvPr>
            <p:ph type="title"/>
          </p:nvPr>
        </p:nvSpPr>
        <p:spPr>
          <a:xfrm>
            <a:off x="838200" y="372523"/>
            <a:ext cx="5393361" cy="800301"/>
          </a:xfr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a:normAutofit/>
          </a:bodyPr>
          <a:lstStyle/>
          <a:p>
            <a:r>
              <a:rPr lang="en-GB"/>
              <a:t>Expected Outcome</a:t>
            </a:r>
          </a:p>
        </p:txBody>
      </p:sp>
      <p:sp>
        <p:nvSpPr>
          <p:cNvPr id="3" name="Content Placeholder 2">
            <a:extLst>
              <a:ext uri="{FF2B5EF4-FFF2-40B4-BE49-F238E27FC236}">
                <a16:creationId xmlns:a16="http://schemas.microsoft.com/office/drawing/2014/main" id="{D6F31E18-02FF-CF22-38CF-9DA467A5B292}"/>
              </a:ext>
            </a:extLst>
          </p:cNvPr>
          <p:cNvSpPr>
            <a:spLocks noGrp="1"/>
          </p:cNvSpPr>
          <p:nvPr>
            <p:ph idx="1"/>
          </p:nvPr>
        </p:nvSpPr>
        <p:spPr>
          <a:xfrm>
            <a:off x="838200" y="1174596"/>
            <a:ext cx="7613670" cy="5652693"/>
          </a:xfrm>
          <a:ln w="57150">
            <a:solidFill>
              <a:schemeClr val="accent6"/>
            </a:solidFill>
          </a:ln>
        </p:spPr>
        <p:txBody>
          <a:bodyPr vert="horz" lIns="91440" tIns="45720" rIns="91440" bIns="45720" rtlCol="0" anchor="t">
            <a:noAutofit/>
          </a:bodyPr>
          <a:lstStyle/>
          <a:p>
            <a:pPr marL="0" indent="0">
              <a:buNone/>
            </a:pPr>
            <a:r>
              <a:rPr lang="en-IN" sz="1800" dirty="0">
                <a:highlight>
                  <a:srgbClr val="FFFFFF"/>
                </a:highlight>
                <a:latin typeface="Calibri"/>
                <a:ea typeface="Calibri"/>
                <a:cs typeface="Calibri"/>
              </a:rPr>
              <a:t>After implementation, we expect the system to:</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Provide a single dashboard for academic information. </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Show subject-wise performance. </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Identify subjects which require more attention. </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Arrange assignments according to their priority. </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Maintaining pending and completed study tasks. </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Display recently studied topics. </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Show topic prerequisites and learning paths. </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Provide simple rule-based study recommendations. </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Store academic information using SQLite. </a:t>
            </a:r>
            <a:endParaRPr lang="en-GB" sz="1800">
              <a:highlight>
                <a:srgbClr val="606060"/>
              </a:highlight>
              <a:latin typeface="Calibri"/>
              <a:ea typeface="Calibri"/>
              <a:cs typeface="Calibri"/>
            </a:endParaRPr>
          </a:p>
          <a:p>
            <a:r>
              <a:rPr lang="en-IN" sz="1800" dirty="0">
                <a:highlight>
                  <a:srgbClr val="FFFFFF"/>
                </a:highlight>
                <a:latin typeface="Calibri"/>
                <a:ea typeface="Calibri"/>
                <a:cs typeface="Calibri"/>
              </a:rPr>
              <a:t>Demonstrate practical implementation of DSA in C. </a:t>
            </a:r>
            <a:endParaRPr lang="en-GB" sz="1800">
              <a:highlight>
                <a:srgbClr val="606060"/>
              </a:highlight>
              <a:latin typeface="Calibri"/>
              <a:ea typeface="Calibri"/>
              <a:cs typeface="Calibri"/>
            </a:endParaRPr>
          </a:p>
          <a:p>
            <a:pPr marL="0" indent="0">
              <a:buNone/>
            </a:pPr>
            <a:r>
              <a:rPr lang="en-IN" sz="1800" b="1" dirty="0">
                <a:highlight>
                  <a:srgbClr val="FFFFFF"/>
                </a:highlight>
                <a:latin typeface="Calibri"/>
                <a:ea typeface="Calibri"/>
                <a:cs typeface="Calibri"/>
              </a:rPr>
              <a:t>Example</a:t>
            </a:r>
            <a:endParaRPr lang="en-GB" sz="1800">
              <a:highlight>
                <a:srgbClr val="606060"/>
              </a:highlight>
              <a:latin typeface="Calibri"/>
              <a:ea typeface="Calibri"/>
              <a:cs typeface="Calibri"/>
            </a:endParaRPr>
          </a:p>
          <a:p>
            <a:pPr marL="0" indent="0">
              <a:buNone/>
            </a:pPr>
            <a:r>
              <a:rPr lang="en-IN" sz="1800" dirty="0">
                <a:highlight>
                  <a:srgbClr val="FFFFFF"/>
                </a:highlight>
                <a:latin typeface="Calibri"/>
                <a:ea typeface="Calibri"/>
                <a:cs typeface="Calibri"/>
              </a:rPr>
              <a:t>Mathematics → 55 marks → HIGH STUDY PRIORITY</a:t>
            </a:r>
            <a:endParaRPr lang="en-GB" sz="1800">
              <a:highlight>
                <a:srgbClr val="606060"/>
              </a:highlight>
              <a:latin typeface="Calibri"/>
              <a:ea typeface="Calibri"/>
              <a:cs typeface="Calibri"/>
            </a:endParaRPr>
          </a:p>
          <a:p>
            <a:pPr marL="0" indent="0">
              <a:buNone/>
            </a:pPr>
            <a:r>
              <a:rPr lang="en-IN" sz="1800" dirty="0">
                <a:highlight>
                  <a:srgbClr val="FFFFFF"/>
                </a:highlight>
                <a:latin typeface="Calibri"/>
                <a:ea typeface="Calibri"/>
                <a:cs typeface="Calibri"/>
              </a:rPr>
              <a:t>Assignment → Due Tomorrow → HIGH PRIORITY</a:t>
            </a:r>
            <a:endParaRPr lang="en-GB" sz="1800">
              <a:highlight>
                <a:srgbClr val="606060"/>
              </a:highlight>
              <a:latin typeface="Calibri"/>
              <a:ea typeface="Calibri"/>
              <a:cs typeface="Calibri"/>
            </a:endParaRPr>
          </a:p>
          <a:p>
            <a:pPr marL="0" indent="0">
              <a:buNone/>
            </a:pPr>
            <a:r>
              <a:rPr lang="en-IN" sz="1800" dirty="0">
                <a:highlight>
                  <a:srgbClr val="FFFFFF"/>
                </a:highlight>
                <a:latin typeface="Calibri"/>
                <a:ea typeface="Calibri"/>
                <a:cs typeface="Calibri"/>
              </a:rPr>
              <a:t>Prerequisite Incomplete → Study prerequisite first</a:t>
            </a:r>
          </a:p>
          <a:p>
            <a:pPr marL="0" indent="0">
              <a:buNone/>
            </a:pPr>
            <a:endParaRPr lang="en-IN" sz="1800" dirty="0">
              <a:highlight>
                <a:srgbClr val="FFFFFF"/>
              </a:highlight>
              <a:latin typeface="Calibri"/>
              <a:ea typeface="Calibri"/>
              <a:cs typeface="Calibri"/>
            </a:endParaRPr>
          </a:p>
          <a:p>
            <a:pPr marL="0" indent="0">
              <a:buNone/>
            </a:pPr>
            <a:r>
              <a:rPr lang="en-IN" sz="1400" dirty="0">
                <a:highlight>
                  <a:srgbClr val="FFFFFF"/>
                </a:highlight>
                <a:latin typeface="Calibri"/>
                <a:ea typeface="Calibri"/>
                <a:cs typeface="Calibri"/>
              </a:rPr>
              <a:t>     </a:t>
            </a:r>
            <a:endParaRPr lang="en-GB" sz="1400" dirty="0">
              <a:highlight>
                <a:srgbClr val="606060"/>
              </a:highlight>
              <a:latin typeface="Calibri"/>
              <a:ea typeface="Calibri"/>
              <a:cs typeface="Calibri"/>
            </a:endParaRPr>
          </a:p>
          <a:p>
            <a:pPr marL="0" indent="0">
              <a:buNone/>
            </a:pPr>
            <a:endParaRPr lang="en-GB" sz="1400" dirty="0"/>
          </a:p>
        </p:txBody>
      </p:sp>
      <p:pic>
        <p:nvPicPr>
          <p:cNvPr id="4" name="Picture 3">
            <a:extLst>
              <a:ext uri="{FF2B5EF4-FFF2-40B4-BE49-F238E27FC236}">
                <a16:creationId xmlns:a16="http://schemas.microsoft.com/office/drawing/2014/main" id="{2A1E28DB-4C37-A265-DF4A-FB51501C8674}"/>
              </a:ext>
            </a:extLst>
          </p:cNvPr>
          <p:cNvPicPr>
            <a:picLocks noChangeAspect="1"/>
          </p:cNvPicPr>
          <p:nvPr/>
        </p:nvPicPr>
        <p:blipFill>
          <a:blip r:embed="rId2">
            <a:extLst>
              <a:ext uri="{837473B0-CC2E-450A-ABE3-18F120FF3D39}">
                <a1611:picAttrSrcUrl xmlns:a1611="http://schemas.microsoft.com/office/drawing/2016/11/main" r:id="rId3"/>
              </a:ext>
            </a:extLst>
          </a:blip>
          <a:srcRect l="27000" r="22999" b="-1"/>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1"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C587E06-7F92-7FE2-5FC1-11D3736D321F}"/>
              </a:ext>
            </a:extLst>
          </p:cNvPr>
          <p:cNvSpPr txBox="1"/>
          <p:nvPr/>
        </p:nvSpPr>
        <p:spPr>
          <a:xfrm>
            <a:off x="10628586" y="660837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No.-10</a:t>
            </a:r>
          </a:p>
        </p:txBody>
      </p:sp>
    </p:spTree>
    <p:extLst>
      <p:ext uri="{BB962C8B-B14F-4D97-AF65-F5344CB8AC3E}">
        <p14:creationId xmlns:p14="http://schemas.microsoft.com/office/powerpoint/2010/main" val="3913040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8D22DF-305A-12F3-064A-4AC72CE546E2}"/>
              </a:ext>
            </a:extLst>
          </p:cNvPr>
          <p:cNvSpPr>
            <a:spLocks noGrp="1"/>
          </p:cNvSpPr>
          <p:nvPr>
            <p:ph type="title"/>
          </p:nvPr>
        </p:nvSpPr>
        <p:spPr>
          <a:xfrm>
            <a:off x="804672" y="802955"/>
            <a:ext cx="4977976" cy="1454051"/>
          </a:xfrm>
        </p:spPr>
        <p:txBody>
          <a:bodyPr>
            <a:normAutofit/>
          </a:bodyPr>
          <a:lstStyle/>
          <a:p>
            <a:r>
              <a:rPr lang="en-GB" sz="3600">
                <a:solidFill>
                  <a:schemeClr val="tx2"/>
                </a:solidFill>
              </a:rPr>
              <a:t>Team Member contrubution</a:t>
            </a:r>
          </a:p>
        </p:txBody>
      </p:sp>
      <p:sp>
        <p:nvSpPr>
          <p:cNvPr id="3" name="Content Placeholder 2">
            <a:extLst>
              <a:ext uri="{FF2B5EF4-FFF2-40B4-BE49-F238E27FC236}">
                <a16:creationId xmlns:a16="http://schemas.microsoft.com/office/drawing/2014/main" id="{456295D5-F251-CA2D-28E6-F315B05CB9FC}"/>
              </a:ext>
            </a:extLst>
          </p:cNvPr>
          <p:cNvSpPr>
            <a:spLocks noGrp="1"/>
          </p:cNvSpPr>
          <p:nvPr>
            <p:ph idx="1"/>
          </p:nvPr>
        </p:nvSpPr>
        <p:spPr>
          <a:xfrm>
            <a:off x="804672" y="2421682"/>
            <a:ext cx="4977578" cy="3639289"/>
          </a:xfrm>
        </p:spPr>
        <p:txBody>
          <a:bodyPr vert="horz" lIns="91440" tIns="45720" rIns="91440" bIns="45720" rtlCol="0" anchor="ctr">
            <a:normAutofit/>
          </a:bodyPr>
          <a:lstStyle/>
          <a:p>
            <a:r>
              <a:rPr lang="en-GB" sz="1800" dirty="0">
                <a:solidFill>
                  <a:schemeClr val="tx2"/>
                </a:solidFill>
                <a:ea typeface="+mn-lt"/>
                <a:cs typeface="+mn-lt"/>
              </a:rPr>
              <a:t>Array, Structure, Linked List, Searching, Sorting</a:t>
            </a:r>
            <a:r>
              <a:rPr lang="en-GB" sz="1800">
                <a:solidFill>
                  <a:schemeClr val="tx2"/>
                </a:solidFill>
                <a:ea typeface="+mn-lt"/>
                <a:cs typeface="+mn-lt"/>
              </a:rPr>
              <a:t>, Flask—</a:t>
            </a:r>
            <a:r>
              <a:rPr lang="en-GB" sz="1800" dirty="0">
                <a:solidFill>
                  <a:schemeClr val="tx2"/>
                </a:solidFill>
                <a:ea typeface="+mn-lt"/>
                <a:cs typeface="+mn-lt"/>
              </a:rPr>
              <a:t>Nisha Rana</a:t>
            </a:r>
            <a:endParaRPr lang="en-GB" sz="1800" dirty="0">
              <a:solidFill>
                <a:schemeClr val="tx2"/>
              </a:solidFill>
            </a:endParaRPr>
          </a:p>
          <a:p>
            <a:r>
              <a:rPr lang="en-GB" sz="1800" dirty="0">
                <a:solidFill>
                  <a:schemeClr val="tx2"/>
                </a:solidFill>
                <a:ea typeface="+mn-lt"/>
                <a:cs typeface="+mn-lt"/>
              </a:rPr>
              <a:t>Queue, Priority Queue, </a:t>
            </a:r>
            <a:r>
              <a:rPr lang="en-GB" sz="1800" dirty="0" err="1">
                <a:solidFill>
                  <a:schemeClr val="tx2"/>
                </a:solidFill>
                <a:ea typeface="+mn-lt"/>
                <a:cs typeface="+mn-lt"/>
              </a:rPr>
              <a:t>Stack,HTML</a:t>
            </a:r>
            <a:r>
              <a:rPr lang="en-GB" sz="1800" dirty="0">
                <a:solidFill>
                  <a:schemeClr val="tx2"/>
                </a:solidFill>
                <a:ea typeface="+mn-lt"/>
                <a:cs typeface="+mn-lt"/>
              </a:rPr>
              <a:t>/CSS/JS- Samriddhi Gaur</a:t>
            </a:r>
            <a:endParaRPr lang="en-GB" sz="1800" dirty="0">
              <a:solidFill>
                <a:schemeClr val="tx2"/>
              </a:solidFill>
            </a:endParaRPr>
          </a:p>
          <a:p>
            <a:r>
              <a:rPr lang="en-GB" sz="1800" dirty="0">
                <a:solidFill>
                  <a:schemeClr val="tx2"/>
                </a:solidFill>
                <a:ea typeface="+mn-lt"/>
                <a:cs typeface="+mn-lt"/>
              </a:rPr>
              <a:t>Graph, BFS, DFS, </a:t>
            </a:r>
            <a:r>
              <a:rPr lang="en-GB" sz="1800" dirty="0" err="1">
                <a:solidFill>
                  <a:schemeClr val="tx2"/>
                </a:solidFill>
                <a:ea typeface="+mn-lt"/>
                <a:cs typeface="+mn-lt"/>
              </a:rPr>
              <a:t>SQlite</a:t>
            </a:r>
            <a:r>
              <a:rPr lang="en-GB" sz="1800" dirty="0">
                <a:solidFill>
                  <a:schemeClr val="tx2"/>
                </a:solidFill>
                <a:ea typeface="+mn-lt"/>
                <a:cs typeface="+mn-lt"/>
              </a:rPr>
              <a:t>-Bhavya Sharma</a:t>
            </a:r>
            <a:endParaRPr lang="en-GB" sz="1800" dirty="0">
              <a:solidFill>
                <a:schemeClr val="tx2"/>
              </a:solidFill>
            </a:endParaRPr>
          </a:p>
          <a:p>
            <a:endParaRPr lang="en-GB" sz="1800" dirty="0">
              <a:solidFill>
                <a:schemeClr val="tx2"/>
              </a:solidFill>
            </a:endParaRPr>
          </a:p>
          <a:p>
            <a:endParaRPr lang="en-GB" sz="1800" dirty="0">
              <a:solidFill>
                <a:schemeClr val="tx2"/>
              </a:solidFill>
            </a:endParaRPr>
          </a:p>
          <a:p>
            <a:endParaRPr lang="en-GB" sz="1800" dirty="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Group of men">
            <a:extLst>
              <a:ext uri="{FF2B5EF4-FFF2-40B4-BE49-F238E27FC236}">
                <a16:creationId xmlns:a16="http://schemas.microsoft.com/office/drawing/2014/main" id="{5E1606C0-BA7C-4C03-CE82-5FF01E2C37A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
        <p:nvSpPr>
          <p:cNvPr id="5" name="TextBox 4">
            <a:extLst>
              <a:ext uri="{FF2B5EF4-FFF2-40B4-BE49-F238E27FC236}">
                <a16:creationId xmlns:a16="http://schemas.microsoft.com/office/drawing/2014/main" id="{3C334F45-EFE3-F934-0AC3-100F6C915D4F}"/>
              </a:ext>
            </a:extLst>
          </p:cNvPr>
          <p:cNvSpPr txBox="1"/>
          <p:nvPr/>
        </p:nvSpPr>
        <p:spPr>
          <a:xfrm>
            <a:off x="531845" y="6361129"/>
            <a:ext cx="1418253" cy="369332"/>
          </a:xfrm>
          <a:prstGeom prst="rect">
            <a:avLst/>
          </a:prstGeom>
          <a:noFill/>
        </p:spPr>
        <p:txBody>
          <a:bodyPr wrap="square" rtlCol="0">
            <a:spAutoFit/>
          </a:bodyPr>
          <a:lstStyle/>
          <a:p>
            <a:r>
              <a:rPr lang="en-US" dirty="0"/>
              <a:t>Page No-11</a:t>
            </a:r>
            <a:endParaRPr lang="en-IN" dirty="0"/>
          </a:p>
        </p:txBody>
      </p:sp>
    </p:spTree>
    <p:extLst>
      <p:ext uri="{BB962C8B-B14F-4D97-AF65-F5344CB8AC3E}">
        <p14:creationId xmlns:p14="http://schemas.microsoft.com/office/powerpoint/2010/main" val="3132804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A84B152-3496-4C52-AF08-97AFFC09D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C4A8FA6D-97F3-C814-D5CA-66880FEB69DC}"/>
              </a:ext>
            </a:extLst>
          </p:cNvPr>
          <p:cNvSpPr>
            <a:spLocks noGrp="1"/>
          </p:cNvSpPr>
          <p:nvPr>
            <p:ph type="title"/>
          </p:nvPr>
        </p:nvSpPr>
        <p:spPr>
          <a:xfrm>
            <a:off x="838201" y="365125"/>
            <a:ext cx="5393360" cy="1325563"/>
          </a:xfrm>
        </p:spPr>
        <p:txBody>
          <a:bodyPr>
            <a:normAutofit/>
          </a:bodyPr>
          <a:lstStyle/>
          <a:p>
            <a:r>
              <a:rPr lang="en-GB"/>
              <a:t>Future scope</a:t>
            </a:r>
          </a:p>
        </p:txBody>
      </p:sp>
      <p:sp>
        <p:nvSpPr>
          <p:cNvPr id="20" name="Freeform: Shape 19">
            <a:extLst>
              <a:ext uri="{FF2B5EF4-FFF2-40B4-BE49-F238E27FC236}">
                <a16:creationId xmlns:a16="http://schemas.microsoft.com/office/drawing/2014/main" id="{6B2ADB95-0FA3-4BD7-A8AC-89D014A8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D2543EC-E3D5-E2D5-49EB-9CF9645DDF4E}"/>
              </a:ext>
            </a:extLst>
          </p:cNvPr>
          <p:cNvSpPr>
            <a:spLocks noGrp="1"/>
          </p:cNvSpPr>
          <p:nvPr>
            <p:ph idx="1"/>
          </p:nvPr>
        </p:nvSpPr>
        <p:spPr>
          <a:xfrm>
            <a:off x="838200" y="1825625"/>
            <a:ext cx="5393361" cy="4351338"/>
          </a:xfrm>
        </p:spPr>
        <p:txBody>
          <a:bodyPr vert="horz" lIns="91440" tIns="45720" rIns="91440" bIns="45720" rtlCol="0" anchor="t">
            <a:normAutofit/>
          </a:bodyPr>
          <a:lstStyle/>
          <a:p>
            <a:r>
              <a:rPr lang="en-IN" sz="2200">
                <a:highlight>
                  <a:srgbClr val="FFFFFF"/>
                </a:highlight>
                <a:latin typeface="Calibri"/>
                <a:ea typeface="Calibri"/>
                <a:cs typeface="Calibri"/>
              </a:rPr>
              <a:t>In the future, the project can be extended by adding:</a:t>
            </a:r>
            <a:endParaRPr lang="en-GB" sz="2200">
              <a:highlight>
                <a:srgbClr val="606060"/>
              </a:highlight>
              <a:latin typeface="Calibri"/>
              <a:ea typeface="Calibri"/>
              <a:cs typeface="Calibri"/>
            </a:endParaRPr>
          </a:p>
          <a:p>
            <a:r>
              <a:rPr lang="en-IN" sz="2200">
                <a:highlight>
                  <a:srgbClr val="FFFFFF"/>
                </a:highlight>
                <a:latin typeface="Calibri"/>
                <a:ea typeface="Calibri"/>
                <a:cs typeface="Calibri"/>
              </a:rPr>
              <a:t>Personalized study timetable generation. </a:t>
            </a:r>
            <a:endParaRPr lang="en-GB" sz="2200">
              <a:highlight>
                <a:srgbClr val="606060"/>
              </a:highlight>
              <a:latin typeface="Calibri"/>
              <a:ea typeface="Calibri"/>
              <a:cs typeface="Calibri"/>
            </a:endParaRPr>
          </a:p>
          <a:p>
            <a:r>
              <a:rPr lang="en-IN" sz="2200">
                <a:highlight>
                  <a:srgbClr val="FFFFFF"/>
                </a:highlight>
                <a:latin typeface="Calibri"/>
                <a:ea typeface="Calibri"/>
                <a:cs typeface="Calibri"/>
              </a:rPr>
              <a:t>Notifications and deadline reminders. </a:t>
            </a:r>
            <a:endParaRPr lang="en-GB" sz="2200">
              <a:highlight>
                <a:srgbClr val="606060"/>
              </a:highlight>
              <a:latin typeface="Calibri"/>
              <a:ea typeface="Calibri"/>
              <a:cs typeface="Calibri"/>
            </a:endParaRPr>
          </a:p>
          <a:p>
            <a:r>
              <a:rPr lang="en-IN" sz="2200">
                <a:highlight>
                  <a:srgbClr val="FFFFFF"/>
                </a:highlight>
                <a:latin typeface="Calibri"/>
                <a:ea typeface="Calibri"/>
                <a:cs typeface="Calibri"/>
              </a:rPr>
              <a:t>Integration with college ERP systems. </a:t>
            </a:r>
            <a:endParaRPr lang="en-GB" sz="2200">
              <a:highlight>
                <a:srgbClr val="606060"/>
              </a:highlight>
              <a:latin typeface="Calibri"/>
              <a:ea typeface="Calibri"/>
              <a:cs typeface="Calibri"/>
            </a:endParaRPr>
          </a:p>
          <a:p>
            <a:r>
              <a:rPr lang="en-IN" sz="2200">
                <a:highlight>
                  <a:srgbClr val="FFFFFF"/>
                </a:highlight>
                <a:latin typeface="Calibri"/>
                <a:ea typeface="Calibri"/>
                <a:cs typeface="Calibri"/>
              </a:rPr>
              <a:t>Mobile application support. </a:t>
            </a:r>
            <a:endParaRPr lang="en-GB" sz="2200">
              <a:highlight>
                <a:srgbClr val="606060"/>
              </a:highlight>
              <a:latin typeface="Calibri"/>
              <a:ea typeface="Calibri"/>
              <a:cs typeface="Calibri"/>
            </a:endParaRPr>
          </a:p>
          <a:p>
            <a:r>
              <a:rPr lang="en-IN" sz="2200">
                <a:highlight>
                  <a:srgbClr val="FFFFFF"/>
                </a:highlight>
                <a:latin typeface="Calibri"/>
                <a:ea typeface="Calibri"/>
                <a:cs typeface="Calibri"/>
              </a:rPr>
              <a:t>Machine learning for personalized recommendations. </a:t>
            </a:r>
            <a:endParaRPr lang="en-GB" sz="2200">
              <a:highlight>
                <a:srgbClr val="606060"/>
              </a:highlight>
              <a:latin typeface="Calibri"/>
              <a:ea typeface="Calibri"/>
              <a:cs typeface="Calibri"/>
            </a:endParaRPr>
          </a:p>
          <a:p>
            <a:r>
              <a:rPr lang="en-IN" sz="2200">
                <a:highlight>
                  <a:srgbClr val="FFFFFF"/>
                </a:highlight>
                <a:latin typeface="Calibri"/>
                <a:ea typeface="Calibri"/>
                <a:cs typeface="Calibri"/>
              </a:rPr>
              <a:t>Cloud-based data synchronization. </a:t>
            </a:r>
            <a:endParaRPr lang="en-GB" sz="2200">
              <a:highlight>
                <a:srgbClr val="606060"/>
              </a:highlight>
              <a:latin typeface="Calibri"/>
              <a:ea typeface="Calibri"/>
              <a:cs typeface="Calibri"/>
            </a:endParaRPr>
          </a:p>
          <a:p>
            <a:r>
              <a:rPr lang="en-IN" sz="2200">
                <a:highlight>
                  <a:srgbClr val="FFFFFF"/>
                </a:highlight>
                <a:latin typeface="Calibri"/>
                <a:ea typeface="Calibri"/>
                <a:cs typeface="Calibri"/>
              </a:rPr>
              <a:t>Multi-student/teacher support. </a:t>
            </a:r>
            <a:endParaRPr lang="en-GB" sz="2200">
              <a:highlight>
                <a:srgbClr val="606060"/>
              </a:highlight>
              <a:latin typeface="Calibri"/>
              <a:ea typeface="Calibri"/>
              <a:cs typeface="Calibri"/>
            </a:endParaRPr>
          </a:p>
          <a:p>
            <a:endParaRPr lang="en-GB" sz="2200"/>
          </a:p>
        </p:txBody>
      </p:sp>
      <p:sp>
        <p:nvSpPr>
          <p:cNvPr id="22" name="Oval 21">
            <a:extLst>
              <a:ext uri="{FF2B5EF4-FFF2-40B4-BE49-F238E27FC236}">
                <a16:creationId xmlns:a16="http://schemas.microsoft.com/office/drawing/2014/main" id="{C924DBCE-E731-4B22-8181-A39C1D862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630884" cy="630884"/>
          </a:xfrm>
          <a:prstGeom prst="ellipse">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4CBF9756-6AC8-4C65-84DF-56FBFFA1D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0227"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pic>
        <p:nvPicPr>
          <p:cNvPr id="4" name="Picture 3" descr="Student Typing Keyboard - Free photo on Pixabay">
            <a:extLst>
              <a:ext uri="{FF2B5EF4-FFF2-40B4-BE49-F238E27FC236}">
                <a16:creationId xmlns:a16="http://schemas.microsoft.com/office/drawing/2014/main" id="{371A97D8-24A6-F0EA-A673-98BECB7FD04F}"/>
              </a:ext>
            </a:extLst>
          </p:cNvPr>
          <p:cNvPicPr>
            <a:picLocks noChangeAspect="1"/>
          </p:cNvPicPr>
          <p:nvPr/>
        </p:nvPicPr>
        <p:blipFill>
          <a:blip r:embed="rId2"/>
          <a:srcRect r="33334" b="1"/>
          <a:stretch>
            <a:fillRect/>
          </a:stretch>
        </p:blipFill>
        <p:spPr>
          <a:xfrm>
            <a:off x="7751975" y="1075239"/>
            <a:ext cx="4128603" cy="4128603"/>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6" name="Freeform: Shape 25">
            <a:extLst>
              <a:ext uri="{FF2B5EF4-FFF2-40B4-BE49-F238E27FC236}">
                <a16:creationId xmlns:a16="http://schemas.microsoft.com/office/drawing/2014/main" id="{2D385988-EAAF-4C27-AF8A-2BFBECAF3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8" name="Straight Connector 27">
            <a:extLst>
              <a:ext uri="{FF2B5EF4-FFF2-40B4-BE49-F238E27FC236}">
                <a16:creationId xmlns:a16="http://schemas.microsoft.com/office/drawing/2014/main" id="{43621FD4-D14D-45D5-9A57-9A2DE5EA59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B621D332-7329-4994-8836-C429A51B7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2D20F754-35A9-4508-BE3C-C59996D14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F5DB5AC1-F9BC-960E-98D0-7A1EA2F493E7}"/>
              </a:ext>
            </a:extLst>
          </p:cNvPr>
          <p:cNvSpPr txBox="1"/>
          <p:nvPr/>
        </p:nvSpPr>
        <p:spPr>
          <a:xfrm>
            <a:off x="661564" y="6445897"/>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No.-12</a:t>
            </a:r>
          </a:p>
        </p:txBody>
      </p:sp>
    </p:spTree>
    <p:extLst>
      <p:ext uri="{BB962C8B-B14F-4D97-AF65-F5344CB8AC3E}">
        <p14:creationId xmlns:p14="http://schemas.microsoft.com/office/powerpoint/2010/main" val="3090740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2" name="Rectangle 3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 name="Rectangle 3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0480CB-4006-C5AB-1BE8-1951BE387522}"/>
              </a:ext>
            </a:extLst>
          </p:cNvPr>
          <p:cNvSpPr>
            <a:spLocks noGrp="1"/>
          </p:cNvSpPr>
          <p:nvPr>
            <p:ph type="title"/>
          </p:nvPr>
        </p:nvSpPr>
        <p:spPr>
          <a:xfrm>
            <a:off x="1043631" y="809898"/>
            <a:ext cx="9942716" cy="1554480"/>
          </a:xfrm>
        </p:spPr>
        <p:txBody>
          <a:bodyPr anchor="ctr">
            <a:normAutofit/>
          </a:bodyPr>
          <a:lstStyle/>
          <a:p>
            <a:r>
              <a:rPr lang="en-GB" sz="4800" dirty="0"/>
              <a:t>Reference</a:t>
            </a:r>
          </a:p>
        </p:txBody>
      </p:sp>
      <p:sp>
        <p:nvSpPr>
          <p:cNvPr id="36" name="Content Placeholder 2">
            <a:extLst>
              <a:ext uri="{FF2B5EF4-FFF2-40B4-BE49-F238E27FC236}">
                <a16:creationId xmlns:a16="http://schemas.microsoft.com/office/drawing/2014/main" id="{D38C1E27-094A-B9B0-A419-DF7F2F3BC517}"/>
              </a:ext>
            </a:extLst>
          </p:cNvPr>
          <p:cNvSpPr>
            <a:spLocks noGrp="1"/>
          </p:cNvSpPr>
          <p:nvPr>
            <p:ph idx="1"/>
          </p:nvPr>
        </p:nvSpPr>
        <p:spPr>
          <a:xfrm>
            <a:off x="1045028" y="3017522"/>
            <a:ext cx="9941319" cy="3124658"/>
          </a:xfrm>
        </p:spPr>
        <p:txBody>
          <a:bodyPr vert="horz" lIns="91440" tIns="45720" rIns="91440" bIns="45720" rtlCol="0" anchor="ctr">
            <a:normAutofit/>
          </a:bodyPr>
          <a:lstStyle/>
          <a:p>
            <a:pPr>
              <a:buAutoNum type="arabicPeriod"/>
            </a:pPr>
            <a:r>
              <a:rPr lang="en-IN" sz="2200" dirty="0"/>
              <a:t>Herbert Schildt, C: The Complete Reference, McGraw-Hill. </a:t>
            </a:r>
            <a:endParaRPr lang="en-GB" sz="2200" dirty="0"/>
          </a:p>
          <a:p>
            <a:pPr>
              <a:buAutoNum type="arabicPeriod"/>
            </a:pPr>
            <a:r>
              <a:rPr lang="en-IN" sz="2200" dirty="0"/>
              <a:t>Ellis Horowitz, Sartaj Sahni and Susan Anderson-Freed, Fundamentals of Data Structures in C. </a:t>
            </a:r>
            <a:endParaRPr lang="en-GB" sz="2200" dirty="0"/>
          </a:p>
          <a:p>
            <a:pPr>
              <a:buAutoNum type="arabicPeriod"/>
            </a:pPr>
            <a:r>
              <a:rPr lang="en-IN" sz="2200" dirty="0"/>
              <a:t>SQLite Documentation. </a:t>
            </a:r>
            <a:endParaRPr lang="en-GB" sz="2200"/>
          </a:p>
          <a:p>
            <a:pPr>
              <a:buAutoNum type="arabicPeriod"/>
            </a:pPr>
            <a:r>
              <a:rPr lang="en-IN" sz="2200" dirty="0"/>
              <a:t>Flask Documentation. </a:t>
            </a:r>
            <a:endParaRPr lang="en-GB" sz="2200" dirty="0"/>
          </a:p>
          <a:p>
            <a:pPr>
              <a:buAutoNum type="arabicPeriod"/>
            </a:pPr>
            <a:r>
              <a:rPr lang="en-IN" sz="2200" dirty="0"/>
              <a:t>MDN Web Docs — HTML, CSS and JavaScript. </a:t>
            </a:r>
            <a:endParaRPr lang="en-GB" sz="2200" dirty="0"/>
          </a:p>
          <a:p>
            <a:pPr>
              <a:buAutoNum type="arabicPeriod"/>
            </a:pPr>
            <a:r>
              <a:rPr lang="en-IN" sz="2200" dirty="0"/>
              <a:t>Course material and classroom notes on Data Structures and Algorithms. </a:t>
            </a:r>
            <a:endParaRPr lang="en-GB" sz="2200" dirty="0"/>
          </a:p>
          <a:p>
            <a:pPr marL="0" indent="0">
              <a:buNone/>
            </a:pPr>
            <a:endParaRPr lang="en-GB" sz="2200"/>
          </a:p>
        </p:txBody>
      </p:sp>
      <p:cxnSp>
        <p:nvCxnSpPr>
          <p:cNvPr id="37" name="Straight Connector 3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07836AD-248E-A574-4E83-DE49BFC121ED}"/>
              </a:ext>
            </a:extLst>
          </p:cNvPr>
          <p:cNvSpPr txBox="1"/>
          <p:nvPr/>
        </p:nvSpPr>
        <p:spPr>
          <a:xfrm>
            <a:off x="9982950" y="6139355"/>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No.-13</a:t>
            </a:r>
          </a:p>
        </p:txBody>
      </p:sp>
    </p:spTree>
    <p:extLst>
      <p:ext uri="{BB962C8B-B14F-4D97-AF65-F5344CB8AC3E}">
        <p14:creationId xmlns:p14="http://schemas.microsoft.com/office/powerpoint/2010/main" val="3028504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Aerial view of a highway near the ocean">
            <a:extLst>
              <a:ext uri="{FF2B5EF4-FFF2-40B4-BE49-F238E27FC236}">
                <a16:creationId xmlns:a16="http://schemas.microsoft.com/office/drawing/2014/main" id="{3BD69485-6E56-1EED-39ED-C611A8C04902}"/>
              </a:ext>
            </a:extLst>
          </p:cNvPr>
          <p:cNvPicPr>
            <a:picLocks noChangeAspect="1"/>
          </p:cNvPicPr>
          <p:nvPr/>
        </p:nvPicPr>
        <p:blipFill>
          <a:blip r:embed="rId2"/>
          <a:srcRect t="5858" b="19142"/>
          <a:stretch>
            <a:fillRect/>
          </a:stretch>
        </p:blipFill>
        <p:spPr>
          <a:xfrm>
            <a:off x="20" y="10"/>
            <a:ext cx="12191980" cy="6857990"/>
          </a:xfrm>
          <a:prstGeom prst="rect">
            <a:avLst/>
          </a:prstGeom>
        </p:spPr>
      </p:pic>
      <p:sp>
        <p:nvSpPr>
          <p:cNvPr id="26" name="Rectangle 25">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D8D60A-F6F1-577C-2A18-8E93AB891B6E}"/>
              </a:ext>
            </a:extLst>
          </p:cNvPr>
          <p:cNvSpPr>
            <a:spLocks noGrp="1"/>
          </p:cNvSpPr>
          <p:nvPr>
            <p:ph type="title"/>
          </p:nvPr>
        </p:nvSpPr>
        <p:spPr>
          <a:xfrm>
            <a:off x="2276475" y="2247900"/>
            <a:ext cx="7581900" cy="2514600"/>
          </a:xfrm>
        </p:spPr>
        <p:txBody>
          <a:bodyPr vert="horz" lIns="91440" tIns="45720" rIns="91440" bIns="45720" rtlCol="0">
            <a:normAutofit/>
          </a:bodyPr>
          <a:lstStyle/>
          <a:p>
            <a:pPr algn="ctr"/>
            <a:r>
              <a:rPr lang="en-US" sz="6600">
                <a:solidFill>
                  <a:schemeClr val="tx1">
                    <a:lumMod val="75000"/>
                    <a:lumOff val="25000"/>
                  </a:schemeClr>
                </a:solidFill>
              </a:rPr>
              <a:t>Thank you</a:t>
            </a:r>
          </a:p>
        </p:txBody>
      </p:sp>
      <p:sp>
        <p:nvSpPr>
          <p:cNvPr id="3" name="TextBox 2">
            <a:extLst>
              <a:ext uri="{FF2B5EF4-FFF2-40B4-BE49-F238E27FC236}">
                <a16:creationId xmlns:a16="http://schemas.microsoft.com/office/drawing/2014/main" id="{F2BC8417-BD77-F91A-F914-91D08069AE0C}"/>
              </a:ext>
            </a:extLst>
          </p:cNvPr>
          <p:cNvSpPr txBox="1"/>
          <p:nvPr/>
        </p:nvSpPr>
        <p:spPr>
          <a:xfrm>
            <a:off x="9866586" y="6608379"/>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Page No.-14</a:t>
            </a:r>
          </a:p>
        </p:txBody>
      </p:sp>
    </p:spTree>
    <p:extLst>
      <p:ext uri="{BB962C8B-B14F-4D97-AF65-F5344CB8AC3E}">
        <p14:creationId xmlns:p14="http://schemas.microsoft.com/office/powerpoint/2010/main" val="11534512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TotalTime>
  <Words>941</Words>
  <Application>Microsoft Office PowerPoint</Application>
  <PresentationFormat>Widescreen</PresentationFormat>
  <Paragraphs>179</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Calibri</vt:lpstr>
      <vt:lpstr>Segoe UI</vt:lpstr>
      <vt:lpstr>Symbol</vt:lpstr>
      <vt:lpstr>Office Theme</vt:lpstr>
      <vt:lpstr>Smart Student Academic Assistant</vt:lpstr>
      <vt:lpstr>Introduction</vt:lpstr>
      <vt:lpstr>Problem Statement</vt:lpstr>
      <vt:lpstr>Problems faced: Academic information is scattered.  Students may not know which subject may needs more attention.  Assignments may be completed without considering their urgency.  Prerequisite topics may be skipped.  There is no single place to view academic priorities.   Our Problem: How can we organize student academic information and use DSA-based processing to help students identify priorities and plan their studies? </vt:lpstr>
      <vt:lpstr>Objectives</vt:lpstr>
      <vt:lpstr>.</vt:lpstr>
      <vt:lpstr>Proposed Methodology</vt:lpstr>
      <vt:lpstr>Tools &amp; Technologies Used</vt:lpstr>
      <vt:lpstr>System architecture</vt:lpstr>
      <vt:lpstr>Expected Outcome</vt:lpstr>
      <vt:lpstr>Team Member contrubution</vt:lpstr>
      <vt:lpstr>Future scope</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Bhavya Sharma</cp:lastModifiedBy>
  <cp:revision>697</cp:revision>
  <dcterms:created xsi:type="dcterms:W3CDTF">2026-09-10T12:12:26Z</dcterms:created>
  <dcterms:modified xsi:type="dcterms:W3CDTF">2026-09-13T18:23:22Z</dcterms:modified>
</cp:coreProperties>
</file>