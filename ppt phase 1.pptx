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9" r:id="rId12"/>
    <p:sldId id="266" r:id="rId13"/>
    <p:sldId id="267" r:id="rId14"/>
    <p:sldId id="268" r:id="rId15"/>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130" dt="2026-09-10T15:25:13.536"/>
    <p1510:client id="{2BB0DEA8-EAE6-6F71-6C43-40488FDA7BF2}" v="299" dt="2026-09-11T06:03:23.425"/>
    <p1510:client id="{5B031939-9671-4CBC-55F8-C23105A70C42}" v="492" dt="2026-09-10T13:04:24.756"/>
    <p1510:client id="{601E292A-69ED-52FB-809A-0A4454E987F7}" v="169" dt="2026-09-10T13:26:14.467"/>
    <p1510:client id="{81F71B1A-2561-F550-4AAD-258FA0807769}" v="256" dt="2026-09-10T14:27:35.428"/>
    <p1510:client id="{85359090-3154-3660-1F28-A3A35F424BC6}" v="3" dt="2026-09-10T16:28:38.003"/>
    <p1510:client id="{A2FBC80C-8A03-AACF-AE61-DD0C6FFDF9B4}" v="7" dt="2026-09-10T14:44:23.423"/>
    <p1510:client id="{A66FD6B1-BD03-FCC8-5615-DDC12B3948A6}" v="167" dt="2026-09-10T13:35:32.297"/>
    <p1510:client id="{C56AEDBA-32AE-9230-42DC-38492415E99E}" v="24" dt="2026-09-10T12:16:51.188"/>
    <p1510:client id="{E2731579-F9C9-3F8C-7B54-2CD10DE43227}" v="48" dt="2026-09-10T15:01:39.864"/>
    <p1510:client id="{E34DECED-AED7-900D-168F-6F23BC8CE44F}" v="19" dt="2026-09-10T13:44:06.86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82" d="100"/>
          <a:sy n="82" d="100"/>
        </p:scale>
        <p:origin x="490"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image" Target="../media/image2.svg"/><Relationship Id="rId6" Type="http://schemas.openxmlformats.org/officeDocument/2006/relationships/image" Target="../media/image7.svg"/><Relationship Id="rId5" Type="http://schemas.openxmlformats.org/officeDocument/2006/relationships/image" Target="../media/image6.svg"/><Relationship Id="rId4" Type="http://schemas.openxmlformats.org/officeDocument/2006/relationships/image" Target="../media/image5.svg"/></Relationships>
</file>

<file path=ppt/diagrams/_rels/drawing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image" Target="../media/image2.svg"/><Relationship Id="rId6" Type="http://schemas.openxmlformats.org/officeDocument/2006/relationships/image" Target="../media/image7.svg"/><Relationship Id="rId5" Type="http://schemas.openxmlformats.org/officeDocument/2006/relationships/image" Target="../media/image6.svg"/><Relationship Id="rId4" Type="http://schemas.openxmlformats.org/officeDocument/2006/relationships/image" Target="../media/image5.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1">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34696C2-F390-4052-B608-9ED275ED897F}" type="doc">
      <dgm:prSet loTypeId="urn:microsoft.com/office/officeart/2018/2/layout/IconVerticalSolidList" loCatId="icon" qsTypeId="urn:microsoft.com/office/officeart/2005/8/quickstyle/simple1#1" qsCatId="simple" csTypeId="urn:microsoft.com/office/officeart/2018/5/colors/Iconchunking_neutralicontext_colorful1" csCatId="colorful" phldr="1"/>
      <dgm:spPr/>
      <dgm:t>
        <a:bodyPr/>
        <a:lstStyle/>
        <a:p>
          <a:endParaRPr lang="en-US"/>
        </a:p>
      </dgm:t>
    </dgm:pt>
    <dgm:pt modelId="{540D8C2D-046C-45C4-900F-9CB5AF719089}">
      <dgm:prSet/>
      <dgm:spPr/>
      <dgm:t>
        <a:bodyPr/>
        <a:lstStyle/>
        <a:p>
          <a:pPr>
            <a:lnSpc>
              <a:spcPct val="100000"/>
            </a:lnSpc>
          </a:pPr>
          <a:r>
            <a:rPr lang="en-IN" dirty="0"/>
            <a:t>Students have to manage marks, assignments, deadlines and study topics during their ongoing semester. </a:t>
          </a:r>
          <a:endParaRPr lang="en-US" dirty="0"/>
        </a:p>
      </dgm:t>
    </dgm:pt>
    <dgm:pt modelId="{3BB32607-F776-481E-AC56-36AB3C330DF5}" type="parTrans" cxnId="{183EB8C7-5B26-471D-87D6-21D2A51CFBBE}">
      <dgm:prSet/>
      <dgm:spPr/>
      <dgm:t>
        <a:bodyPr/>
        <a:lstStyle/>
        <a:p>
          <a:endParaRPr lang="en-US"/>
        </a:p>
      </dgm:t>
    </dgm:pt>
    <dgm:pt modelId="{4F92C551-7F4C-49BA-8EF4-DC869EDE299C}" type="sibTrans" cxnId="{183EB8C7-5B26-471D-87D6-21D2A51CFBBE}">
      <dgm:prSet/>
      <dgm:spPr/>
      <dgm:t>
        <a:bodyPr/>
        <a:lstStyle/>
        <a:p>
          <a:endParaRPr lang="en-US"/>
        </a:p>
      </dgm:t>
    </dgm:pt>
    <dgm:pt modelId="{1DBCB73F-8D3C-425C-A75D-1AAE7E70A024}">
      <dgm:prSet/>
      <dgm:spPr/>
      <dgm:t>
        <a:bodyPr/>
        <a:lstStyle/>
        <a:p>
          <a:pPr>
            <a:lnSpc>
              <a:spcPct val="100000"/>
            </a:lnSpc>
          </a:pPr>
          <a:r>
            <a:rPr lang="en-IN" dirty="0"/>
            <a:t>This information is often maintained separately in notebooks, ERP , class </a:t>
          </a:r>
          <a:r>
            <a:rPr lang="en-IN" dirty="0" err="1"/>
            <a:t>whatsapp</a:t>
          </a:r>
          <a:r>
            <a:rPr lang="en-IN" dirty="0"/>
            <a:t> groups or other applications. </a:t>
          </a:r>
          <a:endParaRPr lang="en-US" dirty="0"/>
        </a:p>
      </dgm:t>
    </dgm:pt>
    <dgm:pt modelId="{20779535-F27B-4DA2-BA88-8117870BBD45}" type="parTrans" cxnId="{14E5641C-7470-4CBE-B549-AA8360D65349}">
      <dgm:prSet/>
      <dgm:spPr/>
      <dgm:t>
        <a:bodyPr/>
        <a:lstStyle/>
        <a:p>
          <a:endParaRPr lang="en-US"/>
        </a:p>
      </dgm:t>
    </dgm:pt>
    <dgm:pt modelId="{1FB734BF-B033-4688-992D-166B8A45D9B2}" type="sibTrans" cxnId="{14E5641C-7470-4CBE-B549-AA8360D65349}">
      <dgm:prSet/>
      <dgm:spPr/>
      <dgm:t>
        <a:bodyPr/>
        <a:lstStyle/>
        <a:p>
          <a:endParaRPr lang="en-US"/>
        </a:p>
      </dgm:t>
    </dgm:pt>
    <dgm:pt modelId="{B9DB5A28-C22D-4E55-82F9-89F6BF05572C}">
      <dgm:prSet/>
      <dgm:spPr/>
      <dgm:t>
        <a:bodyPr/>
        <a:lstStyle/>
        <a:p>
          <a:pPr>
            <a:lnSpc>
              <a:spcPct val="100000"/>
            </a:lnSpc>
          </a:pPr>
          <a:r>
            <a:rPr lang="en-IN" dirty="0"/>
            <a:t>It can become difficult to decide which subject needs more attention and which task should be completed first. </a:t>
          </a:r>
          <a:endParaRPr lang="en-US" dirty="0"/>
        </a:p>
      </dgm:t>
    </dgm:pt>
    <dgm:pt modelId="{F40C6616-839A-45DE-84DC-0BDF87D2A771}" type="parTrans" cxnId="{2E18F9D3-9098-4806-ADB3-25BFA5692925}">
      <dgm:prSet/>
      <dgm:spPr/>
      <dgm:t>
        <a:bodyPr/>
        <a:lstStyle/>
        <a:p>
          <a:endParaRPr lang="en-US"/>
        </a:p>
      </dgm:t>
    </dgm:pt>
    <dgm:pt modelId="{1E8F1724-CBDE-42BB-85AD-88810F69398F}" type="sibTrans" cxnId="{2E18F9D3-9098-4806-ADB3-25BFA5692925}">
      <dgm:prSet/>
      <dgm:spPr/>
      <dgm:t>
        <a:bodyPr/>
        <a:lstStyle/>
        <a:p>
          <a:endParaRPr lang="en-US"/>
        </a:p>
      </dgm:t>
    </dgm:pt>
    <dgm:pt modelId="{ED64AB98-B380-40DA-97C6-6DC6777E6A30}">
      <dgm:prSet/>
      <dgm:spPr/>
      <dgm:t>
        <a:bodyPr/>
        <a:lstStyle/>
        <a:p>
          <a:pPr>
            <a:lnSpc>
              <a:spcPct val="100000"/>
            </a:lnSpc>
          </a:pPr>
          <a:r>
            <a:rPr lang="en-IN" dirty="0"/>
            <a:t>Our project brings all these activities together in one system. </a:t>
          </a:r>
          <a:endParaRPr lang="en-US" dirty="0"/>
        </a:p>
      </dgm:t>
    </dgm:pt>
    <dgm:pt modelId="{72E0AF11-77B5-4346-9384-4EC9F75A297B}" type="parTrans" cxnId="{A53EBA85-B318-4F1E-BCD6-8125642433F0}">
      <dgm:prSet/>
      <dgm:spPr/>
      <dgm:t>
        <a:bodyPr/>
        <a:lstStyle/>
        <a:p>
          <a:endParaRPr lang="en-US"/>
        </a:p>
      </dgm:t>
    </dgm:pt>
    <dgm:pt modelId="{FF03F07A-3119-4401-B460-A10A1F36A932}" type="sibTrans" cxnId="{A53EBA85-B318-4F1E-BCD6-8125642433F0}">
      <dgm:prSet/>
      <dgm:spPr/>
      <dgm:t>
        <a:bodyPr/>
        <a:lstStyle/>
        <a:p>
          <a:endParaRPr lang="en-US"/>
        </a:p>
      </dgm:t>
    </dgm:pt>
    <dgm:pt modelId="{B30A0E64-883B-45D9-911F-4D5FD0A5E67B}">
      <dgm:prSet/>
      <dgm:spPr/>
      <dgm:t>
        <a:bodyPr/>
        <a:lstStyle/>
        <a:p>
          <a:pPr>
            <a:lnSpc>
              <a:spcPct val="100000"/>
            </a:lnSpc>
          </a:pPr>
          <a:r>
            <a:rPr lang="en-IN" dirty="0"/>
            <a:t>The system uses </a:t>
          </a:r>
          <a:r>
            <a:rPr lang="en-IN" b="1" dirty="0"/>
            <a:t>Data Structures and Algorithms in C</a:t>
          </a:r>
          <a:r>
            <a:rPr lang="en-IN" dirty="0"/>
            <a:t> to organize and process academic information. </a:t>
          </a:r>
          <a:endParaRPr lang="en-US" dirty="0"/>
        </a:p>
      </dgm:t>
    </dgm:pt>
    <dgm:pt modelId="{D2AD01D3-2CCE-46B8-BC9B-CB184E824E2C}" type="parTrans" cxnId="{8748A169-4308-417A-A5D2-E4630FDCD178}">
      <dgm:prSet/>
      <dgm:spPr/>
      <dgm:t>
        <a:bodyPr/>
        <a:lstStyle/>
        <a:p>
          <a:endParaRPr lang="en-US"/>
        </a:p>
      </dgm:t>
    </dgm:pt>
    <dgm:pt modelId="{2A47679B-AFE9-4221-8D41-38D9DE60FD7A}" type="sibTrans" cxnId="{8748A169-4308-417A-A5D2-E4630FDCD178}">
      <dgm:prSet/>
      <dgm:spPr/>
      <dgm:t>
        <a:bodyPr/>
        <a:lstStyle/>
        <a:p>
          <a:endParaRPr lang="en-US"/>
        </a:p>
      </dgm:t>
    </dgm:pt>
    <dgm:pt modelId="{DB4FF3C6-C591-428A-8D54-6068CDA1CF05}">
      <dgm:prSet/>
      <dgm:spPr/>
      <dgm:t>
        <a:bodyPr/>
        <a:lstStyle/>
        <a:p>
          <a:pPr>
            <a:lnSpc>
              <a:spcPct val="100000"/>
            </a:lnSpc>
          </a:pPr>
          <a:r>
            <a:rPr lang="en-IN" dirty="0"/>
            <a:t>It also provides </a:t>
          </a:r>
          <a:r>
            <a:rPr lang="en-IN" b="1" dirty="0"/>
            <a:t>rule-based study recommendations</a:t>
          </a:r>
          <a:r>
            <a:rPr lang="en-IN" dirty="0"/>
            <a:t> based on marks, deadlines and topic status. </a:t>
          </a:r>
          <a:endParaRPr lang="en-US" dirty="0"/>
        </a:p>
      </dgm:t>
    </dgm:pt>
    <dgm:pt modelId="{73836984-55C1-495B-B5F2-82CCE68B3553}" type="parTrans" cxnId="{34111D9A-1941-4F4C-BD13-85ED9494C702}">
      <dgm:prSet/>
      <dgm:spPr/>
      <dgm:t>
        <a:bodyPr/>
        <a:lstStyle/>
        <a:p>
          <a:endParaRPr lang="en-US"/>
        </a:p>
      </dgm:t>
    </dgm:pt>
    <dgm:pt modelId="{8EAA923B-15F5-42AD-84EA-DBF75EE97A65}" type="sibTrans" cxnId="{34111D9A-1941-4F4C-BD13-85ED9494C702}">
      <dgm:prSet/>
      <dgm:spPr/>
      <dgm:t>
        <a:bodyPr/>
        <a:lstStyle/>
        <a:p>
          <a:endParaRPr lang="en-US"/>
        </a:p>
      </dgm:t>
    </dgm:pt>
    <dgm:pt modelId="{2E1D15C7-12E0-4E36-8EBD-3BB8E30BCC2E}" type="pres">
      <dgm:prSet presAssocID="{434696C2-F390-4052-B608-9ED275ED897F}" presName="root" presStyleCnt="0">
        <dgm:presLayoutVars>
          <dgm:dir/>
          <dgm:resizeHandles val="exact"/>
        </dgm:presLayoutVars>
      </dgm:prSet>
      <dgm:spPr/>
    </dgm:pt>
    <dgm:pt modelId="{DE093DC6-E35C-45EC-80D5-BB52CD9E0E65}" type="pres">
      <dgm:prSet presAssocID="{540D8C2D-046C-45C4-900F-9CB5AF719089}" presName="compNode" presStyleCnt="0"/>
      <dgm:spPr/>
    </dgm:pt>
    <dgm:pt modelId="{A073F225-C982-442B-B8DB-8FE9AA89963C}" type="pres">
      <dgm:prSet presAssocID="{540D8C2D-046C-45C4-900F-9CB5AF719089}" presName="bgRect" presStyleLbl="bgShp" presStyleIdx="0" presStyleCnt="6"/>
      <dgm:spPr/>
    </dgm:pt>
    <dgm:pt modelId="{05CA7B57-8477-4F7A-ACB5-3CBCF14B9539}" type="pres">
      <dgm:prSet presAssocID="{540D8C2D-046C-45C4-900F-9CB5AF719089}" presName="iconRect" presStyleLbl="node1" presStyleIdx="0"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lassroom"/>
        </a:ext>
      </dgm:extLst>
    </dgm:pt>
    <dgm:pt modelId="{837FEB53-E400-447F-8221-8DB790AE4EC3}" type="pres">
      <dgm:prSet presAssocID="{540D8C2D-046C-45C4-900F-9CB5AF719089}" presName="spaceRect" presStyleCnt="0"/>
      <dgm:spPr/>
    </dgm:pt>
    <dgm:pt modelId="{C06F4353-21F2-4611-9E73-832B6C252311}" type="pres">
      <dgm:prSet presAssocID="{540D8C2D-046C-45C4-900F-9CB5AF719089}" presName="parTx" presStyleLbl="revTx" presStyleIdx="0" presStyleCnt="6">
        <dgm:presLayoutVars>
          <dgm:chMax val="0"/>
          <dgm:chPref val="0"/>
        </dgm:presLayoutVars>
      </dgm:prSet>
      <dgm:spPr/>
    </dgm:pt>
    <dgm:pt modelId="{9A41128E-225B-423B-84C1-C616008FD294}" type="pres">
      <dgm:prSet presAssocID="{4F92C551-7F4C-49BA-8EF4-DC869EDE299C}" presName="sibTrans" presStyleCnt="0"/>
      <dgm:spPr/>
    </dgm:pt>
    <dgm:pt modelId="{DB57A3E5-EDF6-48F1-93D0-DF807D96B438}" type="pres">
      <dgm:prSet presAssocID="{1DBCB73F-8D3C-425C-A75D-1AAE7E70A024}" presName="compNode" presStyleCnt="0"/>
      <dgm:spPr/>
    </dgm:pt>
    <dgm:pt modelId="{BE5AA46A-F133-438F-8B8C-D4B3A418F52F}" type="pres">
      <dgm:prSet presAssocID="{1DBCB73F-8D3C-425C-A75D-1AAE7E70A024}" presName="bgRect" presStyleLbl="bgShp" presStyleIdx="1" presStyleCnt="6"/>
      <dgm:spPr/>
    </dgm:pt>
    <dgm:pt modelId="{F157BB1E-8EBC-45F5-92A6-B6479163C8D5}" type="pres">
      <dgm:prSet presAssocID="{1DBCB73F-8D3C-425C-A75D-1AAE7E70A024}" presName="iconRect" presStyleLbl="node1" presStyleIdx="1"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rt with Pulse"/>
        </a:ext>
      </dgm:extLst>
    </dgm:pt>
    <dgm:pt modelId="{0B641A44-DAC6-43A1-846D-066986F786CA}" type="pres">
      <dgm:prSet presAssocID="{1DBCB73F-8D3C-425C-A75D-1AAE7E70A024}" presName="spaceRect" presStyleCnt="0"/>
      <dgm:spPr/>
    </dgm:pt>
    <dgm:pt modelId="{CD4788FA-C928-44D1-B795-5F9679BAADE6}" type="pres">
      <dgm:prSet presAssocID="{1DBCB73F-8D3C-425C-A75D-1AAE7E70A024}" presName="parTx" presStyleLbl="revTx" presStyleIdx="1" presStyleCnt="6">
        <dgm:presLayoutVars>
          <dgm:chMax val="0"/>
          <dgm:chPref val="0"/>
        </dgm:presLayoutVars>
      </dgm:prSet>
      <dgm:spPr/>
    </dgm:pt>
    <dgm:pt modelId="{75E20167-87C5-4A89-B784-C879245949A9}" type="pres">
      <dgm:prSet presAssocID="{1FB734BF-B033-4688-992D-166B8A45D9B2}" presName="sibTrans" presStyleCnt="0"/>
      <dgm:spPr/>
    </dgm:pt>
    <dgm:pt modelId="{D4F50C5D-4C17-44F2-B258-7296EA328D25}" type="pres">
      <dgm:prSet presAssocID="{B9DB5A28-C22D-4E55-82F9-89F6BF05572C}" presName="compNode" presStyleCnt="0"/>
      <dgm:spPr/>
    </dgm:pt>
    <dgm:pt modelId="{E62EA0A3-62C3-47DE-8AEF-EBC0A2558A0C}" type="pres">
      <dgm:prSet presAssocID="{B9DB5A28-C22D-4E55-82F9-89F6BF05572C}" presName="bgRect" presStyleLbl="bgShp" presStyleIdx="2" presStyleCnt="6"/>
      <dgm:spPr/>
    </dgm:pt>
    <dgm:pt modelId="{82B48D99-EC28-42F3-BC3F-D2ABFCB2CE25}" type="pres">
      <dgm:prSet presAssocID="{B9DB5A28-C22D-4E55-82F9-89F6BF05572C}" presName="iconRect" presStyleLbl="node1" presStyleIdx="2"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Books"/>
        </a:ext>
      </dgm:extLst>
    </dgm:pt>
    <dgm:pt modelId="{B3AA01B2-452B-4204-B38B-45370B1F8EC5}" type="pres">
      <dgm:prSet presAssocID="{B9DB5A28-C22D-4E55-82F9-89F6BF05572C}" presName="spaceRect" presStyleCnt="0"/>
      <dgm:spPr/>
    </dgm:pt>
    <dgm:pt modelId="{474DF2DE-993B-489E-A8F0-878EBEAF2E62}" type="pres">
      <dgm:prSet presAssocID="{B9DB5A28-C22D-4E55-82F9-89F6BF05572C}" presName="parTx" presStyleLbl="revTx" presStyleIdx="2" presStyleCnt="6">
        <dgm:presLayoutVars>
          <dgm:chMax val="0"/>
          <dgm:chPref val="0"/>
        </dgm:presLayoutVars>
      </dgm:prSet>
      <dgm:spPr/>
    </dgm:pt>
    <dgm:pt modelId="{973777AE-5029-45CA-AE50-0C802388E8B8}" type="pres">
      <dgm:prSet presAssocID="{1E8F1724-CBDE-42BB-85AD-88810F69398F}" presName="sibTrans" presStyleCnt="0"/>
      <dgm:spPr/>
    </dgm:pt>
    <dgm:pt modelId="{A293FC1D-32E3-4953-A39F-AE738F53A1DA}" type="pres">
      <dgm:prSet presAssocID="{ED64AB98-B380-40DA-97C6-6DC6777E6A30}" presName="compNode" presStyleCnt="0"/>
      <dgm:spPr/>
    </dgm:pt>
    <dgm:pt modelId="{1068FD17-4F22-4677-A8E3-B9AE0E3D152F}" type="pres">
      <dgm:prSet presAssocID="{ED64AB98-B380-40DA-97C6-6DC6777E6A30}" presName="bgRect" presStyleLbl="bgShp" presStyleIdx="3" presStyleCnt="6"/>
      <dgm:spPr/>
    </dgm:pt>
    <dgm:pt modelId="{2E78C7DD-38F0-4980-8A55-26953EF0D5CF}" type="pres">
      <dgm:prSet presAssocID="{ED64AB98-B380-40DA-97C6-6DC6777E6A30}" presName="iconRect" presStyleLbl="node1" presStyleIdx="3"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Meeting"/>
        </a:ext>
      </dgm:extLst>
    </dgm:pt>
    <dgm:pt modelId="{F8402460-93F5-4ED5-AFEB-38BE9983FA67}" type="pres">
      <dgm:prSet presAssocID="{ED64AB98-B380-40DA-97C6-6DC6777E6A30}" presName="spaceRect" presStyleCnt="0"/>
      <dgm:spPr/>
    </dgm:pt>
    <dgm:pt modelId="{165F1BE8-243B-4975-80DE-BE98A1F76313}" type="pres">
      <dgm:prSet presAssocID="{ED64AB98-B380-40DA-97C6-6DC6777E6A30}" presName="parTx" presStyleLbl="revTx" presStyleIdx="3" presStyleCnt="6">
        <dgm:presLayoutVars>
          <dgm:chMax val="0"/>
          <dgm:chPref val="0"/>
        </dgm:presLayoutVars>
      </dgm:prSet>
      <dgm:spPr/>
    </dgm:pt>
    <dgm:pt modelId="{2A706CF2-4C78-42F8-876D-0A0A70E64EFE}" type="pres">
      <dgm:prSet presAssocID="{FF03F07A-3119-4401-B460-A10A1F36A932}" presName="sibTrans" presStyleCnt="0"/>
      <dgm:spPr/>
    </dgm:pt>
    <dgm:pt modelId="{6394AF63-77AE-4C04-AE21-2F309A48F1E3}" type="pres">
      <dgm:prSet presAssocID="{B30A0E64-883B-45D9-911F-4D5FD0A5E67B}" presName="compNode" presStyleCnt="0"/>
      <dgm:spPr/>
    </dgm:pt>
    <dgm:pt modelId="{04ECDE5C-1FE7-4E55-9FA2-62D7401F1930}" type="pres">
      <dgm:prSet presAssocID="{B30A0E64-883B-45D9-911F-4D5FD0A5E67B}" presName="bgRect" presStyleLbl="bgShp" presStyleIdx="4" presStyleCnt="6"/>
      <dgm:spPr/>
    </dgm:pt>
    <dgm:pt modelId="{6F84FA81-32B0-4EB6-B172-7322C93CF211}" type="pres">
      <dgm:prSet presAssocID="{B30A0E64-883B-45D9-911F-4D5FD0A5E67B}" presName="iconRect" presStyleLbl="node1" presStyleIdx="4"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Database"/>
        </a:ext>
      </dgm:extLst>
    </dgm:pt>
    <dgm:pt modelId="{5E5E06EE-497A-4256-A6EC-5F1CF9557453}" type="pres">
      <dgm:prSet presAssocID="{B30A0E64-883B-45D9-911F-4D5FD0A5E67B}" presName="spaceRect" presStyleCnt="0"/>
      <dgm:spPr/>
    </dgm:pt>
    <dgm:pt modelId="{B1736949-A77D-491F-8F65-88981FFE52FE}" type="pres">
      <dgm:prSet presAssocID="{B30A0E64-883B-45D9-911F-4D5FD0A5E67B}" presName="parTx" presStyleLbl="revTx" presStyleIdx="4" presStyleCnt="6">
        <dgm:presLayoutVars>
          <dgm:chMax val="0"/>
          <dgm:chPref val="0"/>
        </dgm:presLayoutVars>
      </dgm:prSet>
      <dgm:spPr/>
    </dgm:pt>
    <dgm:pt modelId="{020D5F62-CEC9-47C7-B707-F8BDF3D31035}" type="pres">
      <dgm:prSet presAssocID="{2A47679B-AFE9-4221-8D41-38D9DE60FD7A}" presName="sibTrans" presStyleCnt="0"/>
      <dgm:spPr/>
    </dgm:pt>
    <dgm:pt modelId="{845249E1-422A-49D1-BF0B-769A65506053}" type="pres">
      <dgm:prSet presAssocID="{DB4FF3C6-C591-428A-8D54-6068CDA1CF05}" presName="compNode" presStyleCnt="0"/>
      <dgm:spPr/>
    </dgm:pt>
    <dgm:pt modelId="{80BB11A0-2DAB-4ABF-8DEF-80BF7121AB48}" type="pres">
      <dgm:prSet presAssocID="{DB4FF3C6-C591-428A-8D54-6068CDA1CF05}" presName="bgRect" presStyleLbl="bgShp" presStyleIdx="5" presStyleCnt="6"/>
      <dgm:spPr/>
    </dgm:pt>
    <dgm:pt modelId="{C21458E5-4F07-44A9-B168-144794216336}" type="pres">
      <dgm:prSet presAssocID="{DB4FF3C6-C591-428A-8D54-6068CDA1CF05}" presName="iconRect" presStyleLbl="node1" presStyleIdx="5"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Stopwatch"/>
        </a:ext>
      </dgm:extLst>
    </dgm:pt>
    <dgm:pt modelId="{151693B4-3C0B-466D-9B6D-EB82C5E4706D}" type="pres">
      <dgm:prSet presAssocID="{DB4FF3C6-C591-428A-8D54-6068CDA1CF05}" presName="spaceRect" presStyleCnt="0"/>
      <dgm:spPr/>
    </dgm:pt>
    <dgm:pt modelId="{43E7F431-0192-4BF8-978A-48F6C511E886}" type="pres">
      <dgm:prSet presAssocID="{DB4FF3C6-C591-428A-8D54-6068CDA1CF05}" presName="parTx" presStyleLbl="revTx" presStyleIdx="5" presStyleCnt="6">
        <dgm:presLayoutVars>
          <dgm:chMax val="0"/>
          <dgm:chPref val="0"/>
        </dgm:presLayoutVars>
      </dgm:prSet>
      <dgm:spPr/>
    </dgm:pt>
  </dgm:ptLst>
  <dgm:cxnLst>
    <dgm:cxn modelId="{14E5641C-7470-4CBE-B549-AA8360D65349}" srcId="{434696C2-F390-4052-B608-9ED275ED897F}" destId="{1DBCB73F-8D3C-425C-A75D-1AAE7E70A024}" srcOrd="1" destOrd="0" parTransId="{20779535-F27B-4DA2-BA88-8117870BBD45}" sibTransId="{1FB734BF-B033-4688-992D-166B8A45D9B2}"/>
    <dgm:cxn modelId="{232FF839-E06C-4B3E-9FC6-C161CA471F51}" type="presOf" srcId="{B9DB5A28-C22D-4E55-82F9-89F6BF05572C}" destId="{474DF2DE-993B-489E-A8F0-878EBEAF2E62}" srcOrd="0" destOrd="0" presId="urn:microsoft.com/office/officeart/2018/2/layout/IconVerticalSolidList"/>
    <dgm:cxn modelId="{E81B815C-338C-47D3-9930-3C4F244B53BE}" type="presOf" srcId="{1DBCB73F-8D3C-425C-A75D-1AAE7E70A024}" destId="{CD4788FA-C928-44D1-B795-5F9679BAADE6}" srcOrd="0" destOrd="0" presId="urn:microsoft.com/office/officeart/2018/2/layout/IconVerticalSolidList"/>
    <dgm:cxn modelId="{469E9342-F6CF-4963-95C1-286026A9FD5C}" type="presOf" srcId="{434696C2-F390-4052-B608-9ED275ED897F}" destId="{2E1D15C7-12E0-4E36-8EBD-3BB8E30BCC2E}" srcOrd="0" destOrd="0" presId="urn:microsoft.com/office/officeart/2018/2/layout/IconVerticalSolidList"/>
    <dgm:cxn modelId="{B21E7D66-AAD3-4CB0-A2DE-F3C764059E57}" type="presOf" srcId="{DB4FF3C6-C591-428A-8D54-6068CDA1CF05}" destId="{43E7F431-0192-4BF8-978A-48F6C511E886}" srcOrd="0" destOrd="0" presId="urn:microsoft.com/office/officeart/2018/2/layout/IconVerticalSolidList"/>
    <dgm:cxn modelId="{8748A169-4308-417A-A5D2-E4630FDCD178}" srcId="{434696C2-F390-4052-B608-9ED275ED897F}" destId="{B30A0E64-883B-45D9-911F-4D5FD0A5E67B}" srcOrd="4" destOrd="0" parTransId="{D2AD01D3-2CCE-46B8-BC9B-CB184E824E2C}" sibTransId="{2A47679B-AFE9-4221-8D41-38D9DE60FD7A}"/>
    <dgm:cxn modelId="{A53EBA85-B318-4F1E-BCD6-8125642433F0}" srcId="{434696C2-F390-4052-B608-9ED275ED897F}" destId="{ED64AB98-B380-40DA-97C6-6DC6777E6A30}" srcOrd="3" destOrd="0" parTransId="{72E0AF11-77B5-4346-9384-4EC9F75A297B}" sibTransId="{FF03F07A-3119-4401-B460-A10A1F36A932}"/>
    <dgm:cxn modelId="{39A87D8A-A84E-4F70-A7C0-60F6D6280127}" type="presOf" srcId="{540D8C2D-046C-45C4-900F-9CB5AF719089}" destId="{C06F4353-21F2-4611-9E73-832B6C252311}" srcOrd="0" destOrd="0" presId="urn:microsoft.com/office/officeart/2018/2/layout/IconVerticalSolidList"/>
    <dgm:cxn modelId="{34111D9A-1941-4F4C-BD13-85ED9494C702}" srcId="{434696C2-F390-4052-B608-9ED275ED897F}" destId="{DB4FF3C6-C591-428A-8D54-6068CDA1CF05}" srcOrd="5" destOrd="0" parTransId="{73836984-55C1-495B-B5F2-82CCE68B3553}" sibTransId="{8EAA923B-15F5-42AD-84EA-DBF75EE97A65}"/>
    <dgm:cxn modelId="{48D3C8A2-C3B3-4077-867A-DF3A76B444CD}" type="presOf" srcId="{ED64AB98-B380-40DA-97C6-6DC6777E6A30}" destId="{165F1BE8-243B-4975-80DE-BE98A1F76313}" srcOrd="0" destOrd="0" presId="urn:microsoft.com/office/officeart/2018/2/layout/IconVerticalSolidList"/>
    <dgm:cxn modelId="{183EB8C7-5B26-471D-87D6-21D2A51CFBBE}" srcId="{434696C2-F390-4052-B608-9ED275ED897F}" destId="{540D8C2D-046C-45C4-900F-9CB5AF719089}" srcOrd="0" destOrd="0" parTransId="{3BB32607-F776-481E-AC56-36AB3C330DF5}" sibTransId="{4F92C551-7F4C-49BA-8EF4-DC869EDE299C}"/>
    <dgm:cxn modelId="{35F14CC8-37F4-4145-BC50-573478032BB5}" type="presOf" srcId="{B30A0E64-883B-45D9-911F-4D5FD0A5E67B}" destId="{B1736949-A77D-491F-8F65-88981FFE52FE}" srcOrd="0" destOrd="0" presId="urn:microsoft.com/office/officeart/2018/2/layout/IconVerticalSolidList"/>
    <dgm:cxn modelId="{2E18F9D3-9098-4806-ADB3-25BFA5692925}" srcId="{434696C2-F390-4052-B608-9ED275ED897F}" destId="{B9DB5A28-C22D-4E55-82F9-89F6BF05572C}" srcOrd="2" destOrd="0" parTransId="{F40C6616-839A-45DE-84DC-0BDF87D2A771}" sibTransId="{1E8F1724-CBDE-42BB-85AD-88810F69398F}"/>
    <dgm:cxn modelId="{E1EBD9A0-C5EB-41B4-8044-2EEA91E92FF9}" type="presParOf" srcId="{2E1D15C7-12E0-4E36-8EBD-3BB8E30BCC2E}" destId="{DE093DC6-E35C-45EC-80D5-BB52CD9E0E65}" srcOrd="0" destOrd="0" presId="urn:microsoft.com/office/officeart/2018/2/layout/IconVerticalSolidList"/>
    <dgm:cxn modelId="{6B7F097B-A9B4-4C15-AEF7-A2DFEB6FA8E6}" type="presParOf" srcId="{DE093DC6-E35C-45EC-80D5-BB52CD9E0E65}" destId="{A073F225-C982-442B-B8DB-8FE9AA89963C}" srcOrd="0" destOrd="0" presId="urn:microsoft.com/office/officeart/2018/2/layout/IconVerticalSolidList"/>
    <dgm:cxn modelId="{1B67A449-77DA-4252-995F-CC4DA38D9B60}" type="presParOf" srcId="{DE093DC6-E35C-45EC-80D5-BB52CD9E0E65}" destId="{05CA7B57-8477-4F7A-ACB5-3CBCF14B9539}" srcOrd="1" destOrd="0" presId="urn:microsoft.com/office/officeart/2018/2/layout/IconVerticalSolidList"/>
    <dgm:cxn modelId="{185B4245-5B7D-478D-9B30-6676C13B173B}" type="presParOf" srcId="{DE093DC6-E35C-45EC-80D5-BB52CD9E0E65}" destId="{837FEB53-E400-447F-8221-8DB790AE4EC3}" srcOrd="2" destOrd="0" presId="urn:microsoft.com/office/officeart/2018/2/layout/IconVerticalSolidList"/>
    <dgm:cxn modelId="{4CF45BCD-35B0-4433-B339-07A572F52E5D}" type="presParOf" srcId="{DE093DC6-E35C-45EC-80D5-BB52CD9E0E65}" destId="{C06F4353-21F2-4611-9E73-832B6C252311}" srcOrd="3" destOrd="0" presId="urn:microsoft.com/office/officeart/2018/2/layout/IconVerticalSolidList"/>
    <dgm:cxn modelId="{7BE49992-F339-4E06-ABEA-82825CB4C4EA}" type="presParOf" srcId="{2E1D15C7-12E0-4E36-8EBD-3BB8E30BCC2E}" destId="{9A41128E-225B-423B-84C1-C616008FD294}" srcOrd="1" destOrd="0" presId="urn:microsoft.com/office/officeart/2018/2/layout/IconVerticalSolidList"/>
    <dgm:cxn modelId="{74770BC9-B37B-4AAC-868B-E42106B6640A}" type="presParOf" srcId="{2E1D15C7-12E0-4E36-8EBD-3BB8E30BCC2E}" destId="{DB57A3E5-EDF6-48F1-93D0-DF807D96B438}" srcOrd="2" destOrd="0" presId="urn:microsoft.com/office/officeart/2018/2/layout/IconVerticalSolidList"/>
    <dgm:cxn modelId="{55D34F47-8884-42C5-8490-F8CD5E6C7C7D}" type="presParOf" srcId="{DB57A3E5-EDF6-48F1-93D0-DF807D96B438}" destId="{BE5AA46A-F133-438F-8B8C-D4B3A418F52F}" srcOrd="0" destOrd="0" presId="urn:microsoft.com/office/officeart/2018/2/layout/IconVerticalSolidList"/>
    <dgm:cxn modelId="{2E65FCD0-2C45-4689-BFCE-DE6C67613694}" type="presParOf" srcId="{DB57A3E5-EDF6-48F1-93D0-DF807D96B438}" destId="{F157BB1E-8EBC-45F5-92A6-B6479163C8D5}" srcOrd="1" destOrd="0" presId="urn:microsoft.com/office/officeart/2018/2/layout/IconVerticalSolidList"/>
    <dgm:cxn modelId="{80D71280-6EF6-4D46-AB37-D299AFCD1B79}" type="presParOf" srcId="{DB57A3E5-EDF6-48F1-93D0-DF807D96B438}" destId="{0B641A44-DAC6-43A1-846D-066986F786CA}" srcOrd="2" destOrd="0" presId="urn:microsoft.com/office/officeart/2018/2/layout/IconVerticalSolidList"/>
    <dgm:cxn modelId="{2C321EEF-2737-490E-A843-23BCD3FEE4EE}" type="presParOf" srcId="{DB57A3E5-EDF6-48F1-93D0-DF807D96B438}" destId="{CD4788FA-C928-44D1-B795-5F9679BAADE6}" srcOrd="3" destOrd="0" presId="urn:microsoft.com/office/officeart/2018/2/layout/IconVerticalSolidList"/>
    <dgm:cxn modelId="{88A5728C-1A51-47A8-9B9C-721B05505558}" type="presParOf" srcId="{2E1D15C7-12E0-4E36-8EBD-3BB8E30BCC2E}" destId="{75E20167-87C5-4A89-B784-C879245949A9}" srcOrd="3" destOrd="0" presId="urn:microsoft.com/office/officeart/2018/2/layout/IconVerticalSolidList"/>
    <dgm:cxn modelId="{DCF52E45-BD1D-46CF-96AF-9D5CAADC8632}" type="presParOf" srcId="{2E1D15C7-12E0-4E36-8EBD-3BB8E30BCC2E}" destId="{D4F50C5D-4C17-44F2-B258-7296EA328D25}" srcOrd="4" destOrd="0" presId="urn:microsoft.com/office/officeart/2018/2/layout/IconVerticalSolidList"/>
    <dgm:cxn modelId="{C3F2AA85-D6CC-41D2-8DE2-AC51C484C856}" type="presParOf" srcId="{D4F50C5D-4C17-44F2-B258-7296EA328D25}" destId="{E62EA0A3-62C3-47DE-8AEF-EBC0A2558A0C}" srcOrd="0" destOrd="0" presId="urn:microsoft.com/office/officeart/2018/2/layout/IconVerticalSolidList"/>
    <dgm:cxn modelId="{8ED2BE89-9619-46F5-827C-1E4283EBF77D}" type="presParOf" srcId="{D4F50C5D-4C17-44F2-B258-7296EA328D25}" destId="{82B48D99-EC28-42F3-BC3F-D2ABFCB2CE25}" srcOrd="1" destOrd="0" presId="urn:microsoft.com/office/officeart/2018/2/layout/IconVerticalSolidList"/>
    <dgm:cxn modelId="{AEE1B287-8AE6-4433-B68D-CBF62AF28E16}" type="presParOf" srcId="{D4F50C5D-4C17-44F2-B258-7296EA328D25}" destId="{B3AA01B2-452B-4204-B38B-45370B1F8EC5}" srcOrd="2" destOrd="0" presId="urn:microsoft.com/office/officeart/2018/2/layout/IconVerticalSolidList"/>
    <dgm:cxn modelId="{223CC470-53C9-4692-9930-5E93F7262327}" type="presParOf" srcId="{D4F50C5D-4C17-44F2-B258-7296EA328D25}" destId="{474DF2DE-993B-489E-A8F0-878EBEAF2E62}" srcOrd="3" destOrd="0" presId="urn:microsoft.com/office/officeart/2018/2/layout/IconVerticalSolidList"/>
    <dgm:cxn modelId="{E0EE275C-91AB-490D-A7A7-828955709490}" type="presParOf" srcId="{2E1D15C7-12E0-4E36-8EBD-3BB8E30BCC2E}" destId="{973777AE-5029-45CA-AE50-0C802388E8B8}" srcOrd="5" destOrd="0" presId="urn:microsoft.com/office/officeart/2018/2/layout/IconVerticalSolidList"/>
    <dgm:cxn modelId="{058CECBD-DF2F-4AF2-A271-0C9AC3FE18A6}" type="presParOf" srcId="{2E1D15C7-12E0-4E36-8EBD-3BB8E30BCC2E}" destId="{A293FC1D-32E3-4953-A39F-AE738F53A1DA}" srcOrd="6" destOrd="0" presId="urn:microsoft.com/office/officeart/2018/2/layout/IconVerticalSolidList"/>
    <dgm:cxn modelId="{4BA1B403-1D4D-4516-97D5-31A7AC515209}" type="presParOf" srcId="{A293FC1D-32E3-4953-A39F-AE738F53A1DA}" destId="{1068FD17-4F22-4677-A8E3-B9AE0E3D152F}" srcOrd="0" destOrd="0" presId="urn:microsoft.com/office/officeart/2018/2/layout/IconVerticalSolidList"/>
    <dgm:cxn modelId="{DDFF69FE-210D-45BC-9E88-CDFC8046E230}" type="presParOf" srcId="{A293FC1D-32E3-4953-A39F-AE738F53A1DA}" destId="{2E78C7DD-38F0-4980-8A55-26953EF0D5CF}" srcOrd="1" destOrd="0" presId="urn:microsoft.com/office/officeart/2018/2/layout/IconVerticalSolidList"/>
    <dgm:cxn modelId="{21B75B7E-EC96-44A2-B229-143966C9FD51}" type="presParOf" srcId="{A293FC1D-32E3-4953-A39F-AE738F53A1DA}" destId="{F8402460-93F5-4ED5-AFEB-38BE9983FA67}" srcOrd="2" destOrd="0" presId="urn:microsoft.com/office/officeart/2018/2/layout/IconVerticalSolidList"/>
    <dgm:cxn modelId="{BC65C348-7A2B-4557-B41A-90ACBD9A45AF}" type="presParOf" srcId="{A293FC1D-32E3-4953-A39F-AE738F53A1DA}" destId="{165F1BE8-243B-4975-80DE-BE98A1F76313}" srcOrd="3" destOrd="0" presId="urn:microsoft.com/office/officeart/2018/2/layout/IconVerticalSolidList"/>
    <dgm:cxn modelId="{67EA647D-2826-4B3C-AEC0-B0B47B7A3809}" type="presParOf" srcId="{2E1D15C7-12E0-4E36-8EBD-3BB8E30BCC2E}" destId="{2A706CF2-4C78-42F8-876D-0A0A70E64EFE}" srcOrd="7" destOrd="0" presId="urn:microsoft.com/office/officeart/2018/2/layout/IconVerticalSolidList"/>
    <dgm:cxn modelId="{2229F770-C48E-4F12-8F7A-EA0A01E2B441}" type="presParOf" srcId="{2E1D15C7-12E0-4E36-8EBD-3BB8E30BCC2E}" destId="{6394AF63-77AE-4C04-AE21-2F309A48F1E3}" srcOrd="8" destOrd="0" presId="urn:microsoft.com/office/officeart/2018/2/layout/IconVerticalSolidList"/>
    <dgm:cxn modelId="{8E11A4A1-A984-4061-99C5-39F31626DBE0}" type="presParOf" srcId="{6394AF63-77AE-4C04-AE21-2F309A48F1E3}" destId="{04ECDE5C-1FE7-4E55-9FA2-62D7401F1930}" srcOrd="0" destOrd="0" presId="urn:microsoft.com/office/officeart/2018/2/layout/IconVerticalSolidList"/>
    <dgm:cxn modelId="{DE8B7CFC-5BC7-469F-B0A6-A3D6161DE66B}" type="presParOf" srcId="{6394AF63-77AE-4C04-AE21-2F309A48F1E3}" destId="{6F84FA81-32B0-4EB6-B172-7322C93CF211}" srcOrd="1" destOrd="0" presId="urn:microsoft.com/office/officeart/2018/2/layout/IconVerticalSolidList"/>
    <dgm:cxn modelId="{A67383AF-CFEF-48BC-B305-595CF602565F}" type="presParOf" srcId="{6394AF63-77AE-4C04-AE21-2F309A48F1E3}" destId="{5E5E06EE-497A-4256-A6EC-5F1CF9557453}" srcOrd="2" destOrd="0" presId="urn:microsoft.com/office/officeart/2018/2/layout/IconVerticalSolidList"/>
    <dgm:cxn modelId="{10D9D6EC-D86D-4CEB-BF5D-206208981965}" type="presParOf" srcId="{6394AF63-77AE-4C04-AE21-2F309A48F1E3}" destId="{B1736949-A77D-491F-8F65-88981FFE52FE}" srcOrd="3" destOrd="0" presId="urn:microsoft.com/office/officeart/2018/2/layout/IconVerticalSolidList"/>
    <dgm:cxn modelId="{5EFDA611-70AF-4217-8FC4-1776A1E13091}" type="presParOf" srcId="{2E1D15C7-12E0-4E36-8EBD-3BB8E30BCC2E}" destId="{020D5F62-CEC9-47C7-B707-F8BDF3D31035}" srcOrd="9" destOrd="0" presId="urn:microsoft.com/office/officeart/2018/2/layout/IconVerticalSolidList"/>
    <dgm:cxn modelId="{D74251D4-5152-4370-BA57-E466A0DF0ADB}" type="presParOf" srcId="{2E1D15C7-12E0-4E36-8EBD-3BB8E30BCC2E}" destId="{845249E1-422A-49D1-BF0B-769A65506053}" srcOrd="10" destOrd="0" presId="urn:microsoft.com/office/officeart/2018/2/layout/IconVerticalSolidList"/>
    <dgm:cxn modelId="{DC27A87D-A2D0-436F-AEC5-A9C1AC90FC8E}" type="presParOf" srcId="{845249E1-422A-49D1-BF0B-769A65506053}" destId="{80BB11A0-2DAB-4ABF-8DEF-80BF7121AB48}" srcOrd="0" destOrd="0" presId="urn:microsoft.com/office/officeart/2018/2/layout/IconVerticalSolidList"/>
    <dgm:cxn modelId="{29F0DACA-2526-4AD6-9EBC-8E7D5E81E8D1}" type="presParOf" srcId="{845249E1-422A-49D1-BF0B-769A65506053}" destId="{C21458E5-4F07-44A9-B168-144794216336}" srcOrd="1" destOrd="0" presId="urn:microsoft.com/office/officeart/2018/2/layout/IconVerticalSolidList"/>
    <dgm:cxn modelId="{CB202B49-9CD6-479C-8404-9760599F41D3}" type="presParOf" srcId="{845249E1-422A-49D1-BF0B-769A65506053}" destId="{151693B4-3C0B-466D-9B6D-EB82C5E4706D}" srcOrd="2" destOrd="0" presId="urn:microsoft.com/office/officeart/2018/2/layout/IconVerticalSolidList"/>
    <dgm:cxn modelId="{1BEECDCA-F61E-45BA-B5F0-C786E51B1D53}" type="presParOf" srcId="{845249E1-422A-49D1-BF0B-769A65506053}" destId="{43E7F431-0192-4BF8-978A-48F6C511E886}"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573CBC4-CE03-46F2-86C9-92F0478B6416}" type="doc">
      <dgm:prSet loTypeId="urn:microsoft.com/office/officeart/2005/8/layout/default" loCatId="list" qsTypeId="urn:microsoft.com/office/officeart/2005/8/quickstyle/simple5#1" qsCatId="simple" csTypeId="urn:microsoft.com/office/officeart/2005/8/colors/colorful1#1" csCatId="colorful"/>
      <dgm:spPr/>
      <dgm:t>
        <a:bodyPr/>
        <a:lstStyle/>
        <a:p>
          <a:endParaRPr lang="en-US"/>
        </a:p>
      </dgm:t>
    </dgm:pt>
    <dgm:pt modelId="{519A7E6E-9F24-41A7-82C0-0628763D0735}">
      <dgm:prSet phldr="0"/>
      <dgm:spPr/>
      <dgm:t>
        <a:bodyPr/>
        <a:lstStyle/>
        <a:p>
          <a:pPr rtl="0"/>
          <a:r>
            <a:rPr lang="en-IN" b="1" dirty="0">
              <a:latin typeface="Aptos Display" panose="02110004020202020204"/>
            </a:rPr>
            <a:t>Problem Statement</a:t>
          </a:r>
          <a:endParaRPr lang="en-US" b="0" dirty="0"/>
        </a:p>
      </dgm:t>
    </dgm:pt>
    <dgm:pt modelId="{9397A539-7897-445C-A394-F222CDC81787}" type="parTrans" cxnId="{A07B0858-1837-44F8-ACC8-4AA367C3B139}">
      <dgm:prSet/>
      <dgm:spPr/>
      <dgm:t>
        <a:bodyPr/>
        <a:lstStyle/>
        <a:p>
          <a:endParaRPr lang="en-US"/>
        </a:p>
      </dgm:t>
    </dgm:pt>
    <dgm:pt modelId="{855A4033-6DB0-4588-896C-6A3334EAFFC8}" type="sibTrans" cxnId="{A07B0858-1837-44F8-ACC8-4AA367C3B139}">
      <dgm:prSet/>
      <dgm:spPr/>
      <dgm:t>
        <a:bodyPr/>
        <a:lstStyle/>
        <a:p>
          <a:endParaRPr lang="en-US"/>
        </a:p>
      </dgm:t>
    </dgm:pt>
    <dgm:pt modelId="{444E13EE-987C-4BE6-927F-8459379EFD82}">
      <dgm:prSet/>
      <dgm:spPr/>
      <dgm:t>
        <a:bodyPr/>
        <a:lstStyle/>
        <a:p>
          <a:r>
            <a:rPr lang="en-IN" dirty="0"/>
            <a:t>Students at present manage different academic activities separately, such as:</a:t>
          </a:r>
          <a:endParaRPr lang="en-US" dirty="0"/>
        </a:p>
      </dgm:t>
    </dgm:pt>
    <dgm:pt modelId="{8AF4A15D-FC4D-42DF-A10D-3452F1644F28}" type="parTrans" cxnId="{F8394B8C-8C3D-4DD0-8D08-8A53E3B12FD8}">
      <dgm:prSet/>
      <dgm:spPr/>
      <dgm:t>
        <a:bodyPr/>
        <a:lstStyle/>
        <a:p>
          <a:endParaRPr lang="en-US"/>
        </a:p>
      </dgm:t>
    </dgm:pt>
    <dgm:pt modelId="{A97B935A-A89D-4078-8652-8DDD04A66D6C}" type="sibTrans" cxnId="{F8394B8C-8C3D-4DD0-8D08-8A53E3B12FD8}">
      <dgm:prSet/>
      <dgm:spPr/>
      <dgm:t>
        <a:bodyPr/>
        <a:lstStyle/>
        <a:p>
          <a:endParaRPr lang="en-US"/>
        </a:p>
      </dgm:t>
    </dgm:pt>
    <dgm:pt modelId="{7AFE4D42-0C55-428E-AE3F-29B1268582EE}">
      <dgm:prSet/>
      <dgm:spPr/>
      <dgm:t>
        <a:bodyPr/>
        <a:lstStyle/>
        <a:p>
          <a:r>
            <a:rPr lang="en-IN" dirty="0"/>
            <a:t>Subject marks and performance </a:t>
          </a:r>
          <a:endParaRPr lang="en-US" dirty="0"/>
        </a:p>
      </dgm:t>
    </dgm:pt>
    <dgm:pt modelId="{46DDF0E7-6ED0-4B48-A242-D92C49EA1170}" type="parTrans" cxnId="{D49C2E9D-2D04-464F-BAEB-67C9EDD4845F}">
      <dgm:prSet/>
      <dgm:spPr/>
      <dgm:t>
        <a:bodyPr/>
        <a:lstStyle/>
        <a:p>
          <a:endParaRPr lang="en-US"/>
        </a:p>
      </dgm:t>
    </dgm:pt>
    <dgm:pt modelId="{D230B01C-ED16-4D6B-8F2B-D4E63230ECFA}" type="sibTrans" cxnId="{D49C2E9D-2D04-464F-BAEB-67C9EDD4845F}">
      <dgm:prSet/>
      <dgm:spPr/>
      <dgm:t>
        <a:bodyPr/>
        <a:lstStyle/>
        <a:p>
          <a:endParaRPr lang="en-US"/>
        </a:p>
      </dgm:t>
    </dgm:pt>
    <dgm:pt modelId="{2F4BCE86-008C-4FB1-985A-68A81ECF0EDD}">
      <dgm:prSet/>
      <dgm:spPr/>
      <dgm:t>
        <a:bodyPr/>
        <a:lstStyle/>
        <a:p>
          <a:r>
            <a:rPr lang="en-IN" dirty="0"/>
            <a:t>Assignments and deadlines </a:t>
          </a:r>
          <a:endParaRPr lang="en-US" dirty="0"/>
        </a:p>
      </dgm:t>
    </dgm:pt>
    <dgm:pt modelId="{3C45377C-2E4D-4475-829A-3AFAD7500935}" type="parTrans" cxnId="{84978A7B-4B8B-4234-9895-C1571226DEB8}">
      <dgm:prSet/>
      <dgm:spPr/>
      <dgm:t>
        <a:bodyPr/>
        <a:lstStyle/>
        <a:p>
          <a:endParaRPr lang="en-US"/>
        </a:p>
      </dgm:t>
    </dgm:pt>
    <dgm:pt modelId="{FEC46C80-CA21-432D-8088-D28E36A93E04}" type="sibTrans" cxnId="{84978A7B-4B8B-4234-9895-C1571226DEB8}">
      <dgm:prSet/>
      <dgm:spPr/>
      <dgm:t>
        <a:bodyPr/>
        <a:lstStyle/>
        <a:p>
          <a:endParaRPr lang="en-US"/>
        </a:p>
      </dgm:t>
    </dgm:pt>
    <dgm:pt modelId="{EB8600F1-DE0C-482D-9D96-86C3C483DE30}">
      <dgm:prSet/>
      <dgm:spPr/>
      <dgm:t>
        <a:bodyPr/>
        <a:lstStyle/>
        <a:p>
          <a:r>
            <a:rPr lang="en-IN" dirty="0"/>
            <a:t>Pending study tasks </a:t>
          </a:r>
          <a:endParaRPr lang="en-US" dirty="0"/>
        </a:p>
      </dgm:t>
    </dgm:pt>
    <dgm:pt modelId="{5915637C-BE28-437A-852B-FFF85E33164C}" type="parTrans" cxnId="{B6ADCC56-7E9C-4EC2-8520-EB45DDF79320}">
      <dgm:prSet/>
      <dgm:spPr/>
      <dgm:t>
        <a:bodyPr/>
        <a:lstStyle/>
        <a:p>
          <a:endParaRPr lang="en-US"/>
        </a:p>
      </dgm:t>
    </dgm:pt>
    <dgm:pt modelId="{31E9C4DA-5F78-43D5-AF8D-90B56EA282E7}" type="sibTrans" cxnId="{B6ADCC56-7E9C-4EC2-8520-EB45DDF79320}">
      <dgm:prSet/>
      <dgm:spPr/>
      <dgm:t>
        <a:bodyPr/>
        <a:lstStyle/>
        <a:p>
          <a:endParaRPr lang="en-US"/>
        </a:p>
      </dgm:t>
    </dgm:pt>
    <dgm:pt modelId="{64C4AA72-DE9B-47DC-9D81-F51981793387}">
      <dgm:prSet/>
      <dgm:spPr/>
      <dgm:t>
        <a:bodyPr/>
        <a:lstStyle/>
        <a:p>
          <a:r>
            <a:rPr lang="en-IN" dirty="0"/>
            <a:t>Study topics and their completion status </a:t>
          </a:r>
          <a:endParaRPr lang="en-US" dirty="0"/>
        </a:p>
      </dgm:t>
    </dgm:pt>
    <dgm:pt modelId="{4583FCF8-8B06-4A90-9367-3CE2CACA14E9}" type="parTrans" cxnId="{D0315BD3-07BB-461B-9F49-065BB6146858}">
      <dgm:prSet/>
      <dgm:spPr/>
      <dgm:t>
        <a:bodyPr/>
        <a:lstStyle/>
        <a:p>
          <a:endParaRPr lang="en-US"/>
        </a:p>
      </dgm:t>
    </dgm:pt>
    <dgm:pt modelId="{C5307B61-E23A-4E2D-9DD6-6585064C81D0}" type="sibTrans" cxnId="{D0315BD3-07BB-461B-9F49-065BB6146858}">
      <dgm:prSet/>
      <dgm:spPr/>
      <dgm:t>
        <a:bodyPr/>
        <a:lstStyle/>
        <a:p>
          <a:endParaRPr lang="en-US"/>
        </a:p>
      </dgm:t>
    </dgm:pt>
    <dgm:pt modelId="{8C8E8AC2-B607-4AE6-876E-B7F3D3347CF7}">
      <dgm:prSet/>
      <dgm:spPr/>
      <dgm:t>
        <a:bodyPr/>
        <a:lstStyle/>
        <a:p>
          <a:r>
            <a:rPr lang="en-IN" dirty="0"/>
            <a:t>Recently studied topics </a:t>
          </a:r>
          <a:endParaRPr lang="en-US" dirty="0"/>
        </a:p>
      </dgm:t>
    </dgm:pt>
    <dgm:pt modelId="{10595A95-E158-4401-830E-DC2923C65C75}" type="parTrans" cxnId="{EEF38E68-0289-4279-A04A-A5BB279F2117}">
      <dgm:prSet/>
      <dgm:spPr/>
      <dgm:t>
        <a:bodyPr/>
        <a:lstStyle/>
        <a:p>
          <a:endParaRPr lang="en-US"/>
        </a:p>
      </dgm:t>
    </dgm:pt>
    <dgm:pt modelId="{D0F01080-90E0-491F-9D44-7D98AE966641}" type="sibTrans" cxnId="{EEF38E68-0289-4279-A04A-A5BB279F2117}">
      <dgm:prSet/>
      <dgm:spPr/>
      <dgm:t>
        <a:bodyPr/>
        <a:lstStyle/>
        <a:p>
          <a:endParaRPr lang="en-US"/>
        </a:p>
      </dgm:t>
    </dgm:pt>
    <dgm:pt modelId="{D417C2D9-B05C-469D-B8D1-8053FE0278B0}">
      <dgm:prSet/>
      <dgm:spPr/>
      <dgm:t>
        <a:bodyPr/>
        <a:lstStyle/>
        <a:p>
          <a:r>
            <a:rPr lang="en-IN" dirty="0"/>
            <a:t>Topic prerequisites </a:t>
          </a:r>
          <a:endParaRPr lang="en-US" dirty="0"/>
        </a:p>
      </dgm:t>
    </dgm:pt>
    <dgm:pt modelId="{E385003F-CE30-4576-A0B2-B85F78096ECF}" type="parTrans" cxnId="{9513DE66-BDB0-473C-BCE2-00532F99002C}">
      <dgm:prSet/>
      <dgm:spPr/>
      <dgm:t>
        <a:bodyPr/>
        <a:lstStyle/>
        <a:p>
          <a:endParaRPr lang="en-US"/>
        </a:p>
      </dgm:t>
    </dgm:pt>
    <dgm:pt modelId="{9391530E-6929-4EB2-AC6E-BA383C5B6426}" type="sibTrans" cxnId="{9513DE66-BDB0-473C-BCE2-00532F99002C}">
      <dgm:prSet/>
      <dgm:spPr/>
      <dgm:t>
        <a:bodyPr/>
        <a:lstStyle/>
        <a:p>
          <a:endParaRPr lang="en-US"/>
        </a:p>
      </dgm:t>
    </dgm:pt>
    <dgm:pt modelId="{734EB3E0-6876-4888-826C-1367EC61686C}" type="pres">
      <dgm:prSet presAssocID="{3573CBC4-CE03-46F2-86C9-92F0478B6416}" presName="diagram" presStyleCnt="0">
        <dgm:presLayoutVars>
          <dgm:dir/>
          <dgm:resizeHandles val="exact"/>
        </dgm:presLayoutVars>
      </dgm:prSet>
      <dgm:spPr/>
    </dgm:pt>
    <dgm:pt modelId="{0FF019B9-DC15-4D7F-B203-D80980FC19B4}" type="pres">
      <dgm:prSet presAssocID="{519A7E6E-9F24-41A7-82C0-0628763D0735}" presName="node" presStyleLbl="node1" presStyleIdx="0" presStyleCnt="8">
        <dgm:presLayoutVars>
          <dgm:bulletEnabled val="1"/>
        </dgm:presLayoutVars>
      </dgm:prSet>
      <dgm:spPr/>
    </dgm:pt>
    <dgm:pt modelId="{79D63A87-AB8D-4E5C-B320-C04DC61AEDBB}" type="pres">
      <dgm:prSet presAssocID="{855A4033-6DB0-4588-896C-6A3334EAFFC8}" presName="sibTrans" presStyleCnt="0"/>
      <dgm:spPr/>
    </dgm:pt>
    <dgm:pt modelId="{7E6E4323-652B-4524-B628-6EF4452A747B}" type="pres">
      <dgm:prSet presAssocID="{444E13EE-987C-4BE6-927F-8459379EFD82}" presName="node" presStyleLbl="node1" presStyleIdx="1" presStyleCnt="8">
        <dgm:presLayoutVars>
          <dgm:bulletEnabled val="1"/>
        </dgm:presLayoutVars>
      </dgm:prSet>
      <dgm:spPr/>
    </dgm:pt>
    <dgm:pt modelId="{492C4CE1-AF10-4800-B443-9263BFAAD0F3}" type="pres">
      <dgm:prSet presAssocID="{A97B935A-A89D-4078-8652-8DDD04A66D6C}" presName="sibTrans" presStyleCnt="0"/>
      <dgm:spPr/>
    </dgm:pt>
    <dgm:pt modelId="{3D01FC95-D04E-45C2-951C-A4FC7A2B8498}" type="pres">
      <dgm:prSet presAssocID="{7AFE4D42-0C55-428E-AE3F-29B1268582EE}" presName="node" presStyleLbl="node1" presStyleIdx="2" presStyleCnt="8">
        <dgm:presLayoutVars>
          <dgm:bulletEnabled val="1"/>
        </dgm:presLayoutVars>
      </dgm:prSet>
      <dgm:spPr/>
    </dgm:pt>
    <dgm:pt modelId="{AB9DCFCA-A25E-44EA-9442-AEF04B4AF84A}" type="pres">
      <dgm:prSet presAssocID="{D230B01C-ED16-4D6B-8F2B-D4E63230ECFA}" presName="sibTrans" presStyleCnt="0"/>
      <dgm:spPr/>
    </dgm:pt>
    <dgm:pt modelId="{467484F5-AA28-400B-A8D8-D1F006C970FD}" type="pres">
      <dgm:prSet presAssocID="{2F4BCE86-008C-4FB1-985A-68A81ECF0EDD}" presName="node" presStyleLbl="node1" presStyleIdx="3" presStyleCnt="8">
        <dgm:presLayoutVars>
          <dgm:bulletEnabled val="1"/>
        </dgm:presLayoutVars>
      </dgm:prSet>
      <dgm:spPr/>
    </dgm:pt>
    <dgm:pt modelId="{05ED51DC-3581-4917-BBC6-FFDBE4E1CE3E}" type="pres">
      <dgm:prSet presAssocID="{FEC46C80-CA21-432D-8088-D28E36A93E04}" presName="sibTrans" presStyleCnt="0"/>
      <dgm:spPr/>
    </dgm:pt>
    <dgm:pt modelId="{D28474B1-9B11-49C8-BDFE-E3DD989FC863}" type="pres">
      <dgm:prSet presAssocID="{EB8600F1-DE0C-482D-9D96-86C3C483DE30}" presName="node" presStyleLbl="node1" presStyleIdx="4" presStyleCnt="8">
        <dgm:presLayoutVars>
          <dgm:bulletEnabled val="1"/>
        </dgm:presLayoutVars>
      </dgm:prSet>
      <dgm:spPr/>
    </dgm:pt>
    <dgm:pt modelId="{0BB64421-34A9-433C-8066-583C52D5F4FD}" type="pres">
      <dgm:prSet presAssocID="{31E9C4DA-5F78-43D5-AF8D-90B56EA282E7}" presName="sibTrans" presStyleCnt="0"/>
      <dgm:spPr/>
    </dgm:pt>
    <dgm:pt modelId="{2AEE4FA7-6F83-4496-8205-C54958ED35FC}" type="pres">
      <dgm:prSet presAssocID="{64C4AA72-DE9B-47DC-9D81-F51981793387}" presName="node" presStyleLbl="node1" presStyleIdx="5" presStyleCnt="8">
        <dgm:presLayoutVars>
          <dgm:bulletEnabled val="1"/>
        </dgm:presLayoutVars>
      </dgm:prSet>
      <dgm:spPr/>
    </dgm:pt>
    <dgm:pt modelId="{5479DD19-169F-4B29-A9DC-0A1948C14334}" type="pres">
      <dgm:prSet presAssocID="{C5307B61-E23A-4E2D-9DD6-6585064C81D0}" presName="sibTrans" presStyleCnt="0"/>
      <dgm:spPr/>
    </dgm:pt>
    <dgm:pt modelId="{F102A1C2-6686-4F91-81B0-C1DB7A529303}" type="pres">
      <dgm:prSet presAssocID="{8C8E8AC2-B607-4AE6-876E-B7F3D3347CF7}" presName="node" presStyleLbl="node1" presStyleIdx="6" presStyleCnt="8">
        <dgm:presLayoutVars>
          <dgm:bulletEnabled val="1"/>
        </dgm:presLayoutVars>
      </dgm:prSet>
      <dgm:spPr/>
    </dgm:pt>
    <dgm:pt modelId="{53F8DB26-1E6F-46D7-B155-A290825D301E}" type="pres">
      <dgm:prSet presAssocID="{D0F01080-90E0-491F-9D44-7D98AE966641}" presName="sibTrans" presStyleCnt="0"/>
      <dgm:spPr/>
    </dgm:pt>
    <dgm:pt modelId="{0246358C-BA0C-4BCE-B66F-4E022A23935B}" type="pres">
      <dgm:prSet presAssocID="{D417C2D9-B05C-469D-B8D1-8053FE0278B0}" presName="node" presStyleLbl="node1" presStyleIdx="7" presStyleCnt="8">
        <dgm:presLayoutVars>
          <dgm:bulletEnabled val="1"/>
        </dgm:presLayoutVars>
      </dgm:prSet>
      <dgm:spPr/>
    </dgm:pt>
  </dgm:ptLst>
  <dgm:cxnLst>
    <dgm:cxn modelId="{D25DD506-D4AC-4B2F-99B0-2B733168766C}" type="presOf" srcId="{64C4AA72-DE9B-47DC-9D81-F51981793387}" destId="{2AEE4FA7-6F83-4496-8205-C54958ED35FC}" srcOrd="0" destOrd="0" presId="urn:microsoft.com/office/officeart/2005/8/layout/default"/>
    <dgm:cxn modelId="{7CCAB131-52FF-4B51-AB08-795F43A5AB77}" type="presOf" srcId="{8C8E8AC2-B607-4AE6-876E-B7F3D3347CF7}" destId="{F102A1C2-6686-4F91-81B0-C1DB7A529303}" srcOrd="0" destOrd="0" presId="urn:microsoft.com/office/officeart/2005/8/layout/default"/>
    <dgm:cxn modelId="{61D69841-A5AC-4934-B63D-DA3848ED81DE}" type="presOf" srcId="{D417C2D9-B05C-469D-B8D1-8053FE0278B0}" destId="{0246358C-BA0C-4BCE-B66F-4E022A23935B}" srcOrd="0" destOrd="0" presId="urn:microsoft.com/office/officeart/2005/8/layout/default"/>
    <dgm:cxn modelId="{9513DE66-BDB0-473C-BCE2-00532F99002C}" srcId="{3573CBC4-CE03-46F2-86C9-92F0478B6416}" destId="{D417C2D9-B05C-469D-B8D1-8053FE0278B0}" srcOrd="7" destOrd="0" parTransId="{E385003F-CE30-4576-A0B2-B85F78096ECF}" sibTransId="{9391530E-6929-4EB2-AC6E-BA383C5B6426}"/>
    <dgm:cxn modelId="{EEF38E68-0289-4279-A04A-A5BB279F2117}" srcId="{3573CBC4-CE03-46F2-86C9-92F0478B6416}" destId="{8C8E8AC2-B607-4AE6-876E-B7F3D3347CF7}" srcOrd="6" destOrd="0" parTransId="{10595A95-E158-4401-830E-DC2923C65C75}" sibTransId="{D0F01080-90E0-491F-9D44-7D98AE966641}"/>
    <dgm:cxn modelId="{986A4370-84FB-40CD-9FDE-9FE9BCC8BA8A}" type="presOf" srcId="{7AFE4D42-0C55-428E-AE3F-29B1268582EE}" destId="{3D01FC95-D04E-45C2-951C-A4FC7A2B8498}" srcOrd="0" destOrd="0" presId="urn:microsoft.com/office/officeart/2005/8/layout/default"/>
    <dgm:cxn modelId="{B6ADCC56-7E9C-4EC2-8520-EB45DDF79320}" srcId="{3573CBC4-CE03-46F2-86C9-92F0478B6416}" destId="{EB8600F1-DE0C-482D-9D96-86C3C483DE30}" srcOrd="4" destOrd="0" parTransId="{5915637C-BE28-437A-852B-FFF85E33164C}" sibTransId="{31E9C4DA-5F78-43D5-AF8D-90B56EA282E7}"/>
    <dgm:cxn modelId="{A07B0858-1837-44F8-ACC8-4AA367C3B139}" srcId="{3573CBC4-CE03-46F2-86C9-92F0478B6416}" destId="{519A7E6E-9F24-41A7-82C0-0628763D0735}" srcOrd="0" destOrd="0" parTransId="{9397A539-7897-445C-A394-F222CDC81787}" sibTransId="{855A4033-6DB0-4588-896C-6A3334EAFFC8}"/>
    <dgm:cxn modelId="{84978A7B-4B8B-4234-9895-C1571226DEB8}" srcId="{3573CBC4-CE03-46F2-86C9-92F0478B6416}" destId="{2F4BCE86-008C-4FB1-985A-68A81ECF0EDD}" srcOrd="3" destOrd="0" parTransId="{3C45377C-2E4D-4475-829A-3AFAD7500935}" sibTransId="{FEC46C80-CA21-432D-8088-D28E36A93E04}"/>
    <dgm:cxn modelId="{BF595A86-83FA-4020-99C2-0E511AAAEE85}" type="presOf" srcId="{519A7E6E-9F24-41A7-82C0-0628763D0735}" destId="{0FF019B9-DC15-4D7F-B203-D80980FC19B4}" srcOrd="0" destOrd="0" presId="urn:microsoft.com/office/officeart/2005/8/layout/default"/>
    <dgm:cxn modelId="{F8394B8C-8C3D-4DD0-8D08-8A53E3B12FD8}" srcId="{3573CBC4-CE03-46F2-86C9-92F0478B6416}" destId="{444E13EE-987C-4BE6-927F-8459379EFD82}" srcOrd="1" destOrd="0" parTransId="{8AF4A15D-FC4D-42DF-A10D-3452F1644F28}" sibTransId="{A97B935A-A89D-4078-8652-8DDD04A66D6C}"/>
    <dgm:cxn modelId="{A1CF2497-B1C7-4FEE-952B-A2436DE6EC93}" type="presOf" srcId="{EB8600F1-DE0C-482D-9D96-86C3C483DE30}" destId="{D28474B1-9B11-49C8-BDFE-E3DD989FC863}" srcOrd="0" destOrd="0" presId="urn:microsoft.com/office/officeart/2005/8/layout/default"/>
    <dgm:cxn modelId="{D49C2E9D-2D04-464F-BAEB-67C9EDD4845F}" srcId="{3573CBC4-CE03-46F2-86C9-92F0478B6416}" destId="{7AFE4D42-0C55-428E-AE3F-29B1268582EE}" srcOrd="2" destOrd="0" parTransId="{46DDF0E7-6ED0-4B48-A242-D92C49EA1170}" sibTransId="{D230B01C-ED16-4D6B-8F2B-D4E63230ECFA}"/>
    <dgm:cxn modelId="{B183D0A1-3CC6-403F-BF1D-06FBCE6F7518}" type="presOf" srcId="{3573CBC4-CE03-46F2-86C9-92F0478B6416}" destId="{734EB3E0-6876-4888-826C-1367EC61686C}" srcOrd="0" destOrd="0" presId="urn:microsoft.com/office/officeart/2005/8/layout/default"/>
    <dgm:cxn modelId="{6FF39AA6-0FF1-4EF5-BF89-9F779825D99D}" type="presOf" srcId="{2F4BCE86-008C-4FB1-985A-68A81ECF0EDD}" destId="{467484F5-AA28-400B-A8D8-D1F006C970FD}" srcOrd="0" destOrd="0" presId="urn:microsoft.com/office/officeart/2005/8/layout/default"/>
    <dgm:cxn modelId="{699439B3-DE45-4967-8927-EA0C8AF95697}" type="presOf" srcId="{444E13EE-987C-4BE6-927F-8459379EFD82}" destId="{7E6E4323-652B-4524-B628-6EF4452A747B}" srcOrd="0" destOrd="0" presId="urn:microsoft.com/office/officeart/2005/8/layout/default"/>
    <dgm:cxn modelId="{D0315BD3-07BB-461B-9F49-065BB6146858}" srcId="{3573CBC4-CE03-46F2-86C9-92F0478B6416}" destId="{64C4AA72-DE9B-47DC-9D81-F51981793387}" srcOrd="5" destOrd="0" parTransId="{4583FCF8-8B06-4A90-9367-3CE2CACA14E9}" sibTransId="{C5307B61-E23A-4E2D-9DD6-6585064C81D0}"/>
    <dgm:cxn modelId="{540B9758-1B36-4313-8A94-ECF89CF594D2}" type="presParOf" srcId="{734EB3E0-6876-4888-826C-1367EC61686C}" destId="{0FF019B9-DC15-4D7F-B203-D80980FC19B4}" srcOrd="0" destOrd="0" presId="urn:microsoft.com/office/officeart/2005/8/layout/default"/>
    <dgm:cxn modelId="{04240189-F3A7-4F8D-82F2-188A194C013F}" type="presParOf" srcId="{734EB3E0-6876-4888-826C-1367EC61686C}" destId="{79D63A87-AB8D-4E5C-B320-C04DC61AEDBB}" srcOrd="1" destOrd="0" presId="urn:microsoft.com/office/officeart/2005/8/layout/default"/>
    <dgm:cxn modelId="{ACAC8A2B-58C8-42EA-BE64-CE7C34075972}" type="presParOf" srcId="{734EB3E0-6876-4888-826C-1367EC61686C}" destId="{7E6E4323-652B-4524-B628-6EF4452A747B}" srcOrd="2" destOrd="0" presId="urn:microsoft.com/office/officeart/2005/8/layout/default"/>
    <dgm:cxn modelId="{8F72FB9C-7073-4480-BC1C-03F426C2493D}" type="presParOf" srcId="{734EB3E0-6876-4888-826C-1367EC61686C}" destId="{492C4CE1-AF10-4800-B443-9263BFAAD0F3}" srcOrd="3" destOrd="0" presId="urn:microsoft.com/office/officeart/2005/8/layout/default"/>
    <dgm:cxn modelId="{29B964D2-C8BB-4B0C-BF07-A7E762A72BFD}" type="presParOf" srcId="{734EB3E0-6876-4888-826C-1367EC61686C}" destId="{3D01FC95-D04E-45C2-951C-A4FC7A2B8498}" srcOrd="4" destOrd="0" presId="urn:microsoft.com/office/officeart/2005/8/layout/default"/>
    <dgm:cxn modelId="{08AA9CCF-D7A1-4843-B613-943FC3A5B235}" type="presParOf" srcId="{734EB3E0-6876-4888-826C-1367EC61686C}" destId="{AB9DCFCA-A25E-44EA-9442-AEF04B4AF84A}" srcOrd="5" destOrd="0" presId="urn:microsoft.com/office/officeart/2005/8/layout/default"/>
    <dgm:cxn modelId="{FC82975D-F364-49D9-9AEE-C9ED81AE28B4}" type="presParOf" srcId="{734EB3E0-6876-4888-826C-1367EC61686C}" destId="{467484F5-AA28-400B-A8D8-D1F006C970FD}" srcOrd="6" destOrd="0" presId="urn:microsoft.com/office/officeart/2005/8/layout/default"/>
    <dgm:cxn modelId="{C714C604-40D8-4353-8516-7B241F7A9344}" type="presParOf" srcId="{734EB3E0-6876-4888-826C-1367EC61686C}" destId="{05ED51DC-3581-4917-BBC6-FFDBE4E1CE3E}" srcOrd="7" destOrd="0" presId="urn:microsoft.com/office/officeart/2005/8/layout/default"/>
    <dgm:cxn modelId="{0AE3AC6D-393F-490F-B762-BBE35CFF28E5}" type="presParOf" srcId="{734EB3E0-6876-4888-826C-1367EC61686C}" destId="{D28474B1-9B11-49C8-BDFE-E3DD989FC863}" srcOrd="8" destOrd="0" presId="urn:microsoft.com/office/officeart/2005/8/layout/default"/>
    <dgm:cxn modelId="{8F243B08-129C-450F-9059-7C5C1DD150DB}" type="presParOf" srcId="{734EB3E0-6876-4888-826C-1367EC61686C}" destId="{0BB64421-34A9-433C-8066-583C52D5F4FD}" srcOrd="9" destOrd="0" presId="urn:microsoft.com/office/officeart/2005/8/layout/default"/>
    <dgm:cxn modelId="{666DBB38-D1B5-4ED0-91B8-E5F05286351E}" type="presParOf" srcId="{734EB3E0-6876-4888-826C-1367EC61686C}" destId="{2AEE4FA7-6F83-4496-8205-C54958ED35FC}" srcOrd="10" destOrd="0" presId="urn:microsoft.com/office/officeart/2005/8/layout/default"/>
    <dgm:cxn modelId="{4BD137E4-593B-4F0B-9B8E-502A947991C4}" type="presParOf" srcId="{734EB3E0-6876-4888-826C-1367EC61686C}" destId="{5479DD19-169F-4B29-A9DC-0A1948C14334}" srcOrd="11" destOrd="0" presId="urn:microsoft.com/office/officeart/2005/8/layout/default"/>
    <dgm:cxn modelId="{1669EBAE-1628-4BBC-A431-35AE412F402F}" type="presParOf" srcId="{734EB3E0-6876-4888-826C-1367EC61686C}" destId="{F102A1C2-6686-4F91-81B0-C1DB7A529303}" srcOrd="12" destOrd="0" presId="urn:microsoft.com/office/officeart/2005/8/layout/default"/>
    <dgm:cxn modelId="{26FE6057-3847-467D-B570-604075C0CB2F}" type="presParOf" srcId="{734EB3E0-6876-4888-826C-1367EC61686C}" destId="{53F8DB26-1E6F-46D7-B155-A290825D301E}" srcOrd="13" destOrd="0" presId="urn:microsoft.com/office/officeart/2005/8/layout/default"/>
    <dgm:cxn modelId="{04D9306B-6A38-440C-9272-019A96DEEF9A}" type="presParOf" srcId="{734EB3E0-6876-4888-826C-1367EC61686C}" destId="{0246358C-BA0C-4BCE-B66F-4E022A23935B}" srcOrd="14"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6C2C9E3-3188-494E-BD2C-9FFDBCC3F380}" type="doc">
      <dgm:prSet loTypeId="urn:microsoft.com/office/officeart/2005/8/layout/bProcess3" loCatId="process" qsTypeId="urn:microsoft.com/office/officeart/2005/8/quickstyle/simple1#2" qsCatId="simple" csTypeId="urn:microsoft.com/office/officeart/2005/8/colors/colorful1#2" csCatId="colorful" phldr="1"/>
      <dgm:spPr/>
      <dgm:t>
        <a:bodyPr/>
        <a:lstStyle/>
        <a:p>
          <a:endParaRPr lang="en-GB"/>
        </a:p>
      </dgm:t>
    </dgm:pt>
    <dgm:pt modelId="{666D711B-9713-492D-BAEE-B5835E827614}">
      <dgm:prSet phldrT="[Text]" phldr="0"/>
      <dgm:spPr/>
      <dgm:t>
        <a:bodyPr/>
        <a:lstStyle/>
        <a:p>
          <a:pPr rtl="0"/>
          <a:r>
            <a:rPr lang="en-IN" dirty="0">
              <a:latin typeface="Calibri"/>
              <a:ea typeface="Calibri"/>
              <a:cs typeface="Calibri"/>
            </a:rPr>
            <a:t>Student Input</a:t>
          </a:r>
          <a:endParaRPr lang="en-GB" dirty="0">
            <a:latin typeface="Calibri"/>
            <a:ea typeface="Calibri"/>
            <a:cs typeface="Calibri"/>
          </a:endParaRPr>
        </a:p>
      </dgm:t>
    </dgm:pt>
    <dgm:pt modelId="{B380AE65-52CC-4468-BF5C-39FC0EE174F6}" type="parTrans" cxnId="{A6E49570-719C-465F-B344-E056482FF6B5}">
      <dgm:prSet/>
      <dgm:spPr/>
    </dgm:pt>
    <dgm:pt modelId="{10C608FF-742C-483D-8CD3-2D59B1388186}" type="sibTrans" cxnId="{A6E49570-719C-465F-B344-E056482FF6B5}">
      <dgm:prSet/>
      <dgm:spPr/>
      <dgm:t>
        <a:bodyPr/>
        <a:lstStyle/>
        <a:p>
          <a:endParaRPr lang="en-GB"/>
        </a:p>
      </dgm:t>
    </dgm:pt>
    <dgm:pt modelId="{F620E171-F1A0-409F-945A-87ED84D0DAB0}">
      <dgm:prSet phldrT="[Text]" phldr="0"/>
      <dgm:spPr/>
      <dgm:t>
        <a:bodyPr/>
        <a:lstStyle/>
        <a:p>
          <a:r>
            <a:rPr lang="en-IN" dirty="0">
              <a:latin typeface="Calibri"/>
              <a:ea typeface="Calibri"/>
              <a:cs typeface="Calibri"/>
            </a:rPr>
            <a:t>Academic Data Collection</a:t>
          </a:r>
          <a:endParaRPr lang="en-GB" dirty="0">
            <a:latin typeface="Calibri"/>
            <a:ea typeface="Calibri"/>
            <a:cs typeface="Calibri"/>
          </a:endParaRPr>
        </a:p>
      </dgm:t>
    </dgm:pt>
    <dgm:pt modelId="{81160198-51BE-4C61-A99D-FE05D46F8975}" type="parTrans" cxnId="{F130138A-8F38-4B28-8473-65568CE6A0A3}">
      <dgm:prSet/>
      <dgm:spPr/>
    </dgm:pt>
    <dgm:pt modelId="{A3146357-572F-45F6-8551-8066B2F77FCC}" type="sibTrans" cxnId="{F130138A-8F38-4B28-8473-65568CE6A0A3}">
      <dgm:prSet/>
      <dgm:spPr/>
      <dgm:t>
        <a:bodyPr/>
        <a:lstStyle/>
        <a:p>
          <a:endParaRPr lang="en-GB"/>
        </a:p>
      </dgm:t>
    </dgm:pt>
    <dgm:pt modelId="{7D0D613C-F79B-4663-853A-408081D7F9C4}">
      <dgm:prSet phldrT="[Text]" phldr="0"/>
      <dgm:spPr/>
      <dgm:t>
        <a:bodyPr/>
        <a:lstStyle/>
        <a:p>
          <a:r>
            <a:rPr lang="en-IN" dirty="0">
              <a:latin typeface="Calibri"/>
              <a:ea typeface="Calibri"/>
              <a:cs typeface="Calibri"/>
            </a:rPr>
            <a:t>Data Storage</a:t>
          </a:r>
          <a:endParaRPr lang="en-GB" dirty="0">
            <a:latin typeface="Calibri"/>
            <a:ea typeface="Calibri"/>
            <a:cs typeface="Calibri"/>
          </a:endParaRPr>
        </a:p>
      </dgm:t>
    </dgm:pt>
    <dgm:pt modelId="{005E8900-9F2A-4F9C-A135-53F1117300B0}" type="parTrans" cxnId="{7A8E2E73-3526-433E-AECF-DFAEE09779BD}">
      <dgm:prSet/>
      <dgm:spPr/>
    </dgm:pt>
    <dgm:pt modelId="{84D54967-51CC-4EAE-9D38-2983D461671A}" type="sibTrans" cxnId="{7A8E2E73-3526-433E-AECF-DFAEE09779BD}">
      <dgm:prSet/>
      <dgm:spPr/>
      <dgm:t>
        <a:bodyPr/>
        <a:lstStyle/>
        <a:p>
          <a:endParaRPr lang="en-GB"/>
        </a:p>
      </dgm:t>
    </dgm:pt>
    <dgm:pt modelId="{B4B3C074-EA23-4209-B1D5-4BDB5AE29B04}">
      <dgm:prSet phldrT="[Text]" phldr="0"/>
      <dgm:spPr/>
      <dgm:t>
        <a:bodyPr/>
        <a:lstStyle/>
        <a:p>
          <a:r>
            <a:rPr lang="en-IN" dirty="0">
              <a:latin typeface="Calibri"/>
              <a:ea typeface="Calibri"/>
              <a:cs typeface="Calibri"/>
            </a:rPr>
            <a:t>DSA-Based Processing</a:t>
          </a:r>
          <a:endParaRPr lang="en-GB" dirty="0">
            <a:latin typeface="Calibri"/>
            <a:ea typeface="Calibri"/>
            <a:cs typeface="Calibri"/>
          </a:endParaRPr>
        </a:p>
      </dgm:t>
    </dgm:pt>
    <dgm:pt modelId="{594C0A23-61FF-48D2-AF2B-1369F9C68F56}" type="parTrans" cxnId="{F982E1A2-0CDF-4DBB-B712-10C5F7975D86}">
      <dgm:prSet/>
      <dgm:spPr/>
    </dgm:pt>
    <dgm:pt modelId="{71CF682D-EA27-4171-AC8E-335AF816253E}" type="sibTrans" cxnId="{F982E1A2-0CDF-4DBB-B712-10C5F7975D86}">
      <dgm:prSet/>
      <dgm:spPr/>
      <dgm:t>
        <a:bodyPr/>
        <a:lstStyle/>
        <a:p>
          <a:endParaRPr lang="en-GB"/>
        </a:p>
      </dgm:t>
    </dgm:pt>
    <dgm:pt modelId="{5449F492-C20C-4C8E-8731-1E30A36B68D2}">
      <dgm:prSet phldrT="[Text]" phldr="0"/>
      <dgm:spPr/>
      <dgm:t>
        <a:bodyPr/>
        <a:lstStyle/>
        <a:p>
          <a:r>
            <a:rPr lang="en-IN" dirty="0">
              <a:latin typeface="Calibri"/>
              <a:ea typeface="Calibri"/>
              <a:cs typeface="Calibri"/>
            </a:rPr>
            <a:t>Academic Analysis</a:t>
          </a:r>
          <a:endParaRPr lang="en-GB" dirty="0">
            <a:latin typeface="Calibri"/>
            <a:ea typeface="Calibri"/>
            <a:cs typeface="Calibri"/>
          </a:endParaRPr>
        </a:p>
      </dgm:t>
    </dgm:pt>
    <dgm:pt modelId="{ADA1DAED-62D9-4765-BD9B-86DB51444910}" type="parTrans" cxnId="{8589C92B-C02D-42A4-85C0-551256D7FE59}">
      <dgm:prSet/>
      <dgm:spPr/>
    </dgm:pt>
    <dgm:pt modelId="{D17C6084-30AA-4CAB-9DAB-A3C5D5FD53C8}" type="sibTrans" cxnId="{8589C92B-C02D-42A4-85C0-551256D7FE59}">
      <dgm:prSet/>
      <dgm:spPr/>
      <dgm:t>
        <a:bodyPr/>
        <a:lstStyle/>
        <a:p>
          <a:endParaRPr lang="en-GB"/>
        </a:p>
      </dgm:t>
    </dgm:pt>
    <dgm:pt modelId="{95AD8400-763E-4D70-B387-F7057C912110}">
      <dgm:prSet phldrT="[Text]" phldr="0"/>
      <dgm:spPr/>
      <dgm:t>
        <a:bodyPr/>
        <a:lstStyle/>
        <a:p>
          <a:r>
            <a:rPr lang="en-IN" dirty="0">
              <a:latin typeface="Calibri"/>
              <a:ea typeface="Calibri"/>
              <a:cs typeface="Calibri"/>
            </a:rPr>
            <a:t>Rule-Based Recommendations</a:t>
          </a:r>
          <a:endParaRPr lang="en-GB" dirty="0">
            <a:latin typeface="Calibri"/>
            <a:ea typeface="Calibri"/>
            <a:cs typeface="Calibri"/>
          </a:endParaRPr>
        </a:p>
      </dgm:t>
    </dgm:pt>
    <dgm:pt modelId="{2EE138C1-009D-4824-A7A3-D67F6637045F}" type="parTrans" cxnId="{ABB22D79-212D-4C58-9961-DBC47B902B1C}">
      <dgm:prSet/>
      <dgm:spPr/>
    </dgm:pt>
    <dgm:pt modelId="{B1659402-33E2-405C-AAC0-66FF3AC228F4}" type="sibTrans" cxnId="{ABB22D79-212D-4C58-9961-DBC47B902B1C}">
      <dgm:prSet/>
      <dgm:spPr/>
      <dgm:t>
        <a:bodyPr/>
        <a:lstStyle/>
        <a:p>
          <a:endParaRPr lang="en-GB"/>
        </a:p>
      </dgm:t>
    </dgm:pt>
    <dgm:pt modelId="{4BF32DBA-3349-44A6-8DDB-B5488C58D1BE}">
      <dgm:prSet phldrT="[Text]" phldr="0"/>
      <dgm:spPr/>
      <dgm:t>
        <a:bodyPr/>
        <a:lstStyle/>
        <a:p>
          <a:r>
            <a:rPr lang="en-IN" dirty="0">
              <a:latin typeface="Calibri"/>
              <a:ea typeface="Calibri"/>
              <a:cs typeface="Calibri"/>
            </a:rPr>
            <a:t>Dashboard / Results</a:t>
          </a:r>
          <a:endParaRPr lang="en-GB" dirty="0">
            <a:latin typeface="Calibri"/>
            <a:ea typeface="Calibri"/>
            <a:cs typeface="Calibri"/>
          </a:endParaRPr>
        </a:p>
      </dgm:t>
    </dgm:pt>
    <dgm:pt modelId="{683F1D2D-DFBD-484E-A043-8659EC4A4B81}" type="parTrans" cxnId="{6429E09E-F71A-4E64-A40E-668A7EBE2B90}">
      <dgm:prSet/>
      <dgm:spPr/>
    </dgm:pt>
    <dgm:pt modelId="{735E0FDF-2397-4694-8AB5-4F706F55703E}" type="sibTrans" cxnId="{6429E09E-F71A-4E64-A40E-668A7EBE2B90}">
      <dgm:prSet/>
      <dgm:spPr/>
      <dgm:t>
        <a:bodyPr/>
        <a:lstStyle/>
        <a:p>
          <a:endParaRPr lang="en-GB"/>
        </a:p>
      </dgm:t>
    </dgm:pt>
    <dgm:pt modelId="{05E8D935-8083-4714-A9F4-1A2C71736D13}" type="pres">
      <dgm:prSet presAssocID="{D6C2C9E3-3188-494E-BD2C-9FFDBCC3F380}" presName="Name0" presStyleCnt="0">
        <dgm:presLayoutVars>
          <dgm:dir/>
          <dgm:resizeHandles val="exact"/>
        </dgm:presLayoutVars>
      </dgm:prSet>
      <dgm:spPr/>
    </dgm:pt>
    <dgm:pt modelId="{5D9CD884-ADDC-4CD9-8C88-4344B4166D07}" type="pres">
      <dgm:prSet presAssocID="{666D711B-9713-492D-BAEE-B5835E827614}" presName="node" presStyleLbl="node1" presStyleIdx="0" presStyleCnt="7">
        <dgm:presLayoutVars>
          <dgm:bulletEnabled val="1"/>
        </dgm:presLayoutVars>
      </dgm:prSet>
      <dgm:spPr/>
    </dgm:pt>
    <dgm:pt modelId="{506E7FED-24D7-40D2-B471-D16DC8DC8E27}" type="pres">
      <dgm:prSet presAssocID="{10C608FF-742C-483D-8CD3-2D59B1388186}" presName="sibTrans" presStyleLbl="sibTrans1D1" presStyleIdx="0" presStyleCnt="6"/>
      <dgm:spPr/>
    </dgm:pt>
    <dgm:pt modelId="{1F6644D1-3AA8-402A-BF3D-CDD4691F8AE0}" type="pres">
      <dgm:prSet presAssocID="{10C608FF-742C-483D-8CD3-2D59B1388186}" presName="connectorText" presStyleLbl="sibTrans1D1" presStyleIdx="0" presStyleCnt="6"/>
      <dgm:spPr/>
    </dgm:pt>
    <dgm:pt modelId="{E73681E7-8D48-4F01-BC5D-A67F5EC47543}" type="pres">
      <dgm:prSet presAssocID="{F620E171-F1A0-409F-945A-87ED84D0DAB0}" presName="node" presStyleLbl="node1" presStyleIdx="1" presStyleCnt="7">
        <dgm:presLayoutVars>
          <dgm:bulletEnabled val="1"/>
        </dgm:presLayoutVars>
      </dgm:prSet>
      <dgm:spPr/>
    </dgm:pt>
    <dgm:pt modelId="{CE61A6C7-50DA-4EC5-8465-AEC712DD979B}" type="pres">
      <dgm:prSet presAssocID="{A3146357-572F-45F6-8551-8066B2F77FCC}" presName="sibTrans" presStyleLbl="sibTrans1D1" presStyleIdx="1" presStyleCnt="6"/>
      <dgm:spPr/>
    </dgm:pt>
    <dgm:pt modelId="{3964777B-49D6-41A9-965E-DADDCB880F16}" type="pres">
      <dgm:prSet presAssocID="{A3146357-572F-45F6-8551-8066B2F77FCC}" presName="connectorText" presStyleLbl="sibTrans1D1" presStyleIdx="1" presStyleCnt="6"/>
      <dgm:spPr/>
    </dgm:pt>
    <dgm:pt modelId="{46DD5DA2-3278-4943-957D-559614DF3452}" type="pres">
      <dgm:prSet presAssocID="{7D0D613C-F79B-4663-853A-408081D7F9C4}" presName="node" presStyleLbl="node1" presStyleIdx="2" presStyleCnt="7">
        <dgm:presLayoutVars>
          <dgm:bulletEnabled val="1"/>
        </dgm:presLayoutVars>
      </dgm:prSet>
      <dgm:spPr/>
    </dgm:pt>
    <dgm:pt modelId="{0D84EE88-BE7D-4F6E-A705-E8A57B1AA870}" type="pres">
      <dgm:prSet presAssocID="{84D54967-51CC-4EAE-9D38-2983D461671A}" presName="sibTrans" presStyleLbl="sibTrans1D1" presStyleIdx="2" presStyleCnt="6"/>
      <dgm:spPr/>
    </dgm:pt>
    <dgm:pt modelId="{56A8D010-B97E-48EF-9EA2-9BCF5A90907E}" type="pres">
      <dgm:prSet presAssocID="{84D54967-51CC-4EAE-9D38-2983D461671A}" presName="connectorText" presStyleLbl="sibTrans1D1" presStyleIdx="2" presStyleCnt="6"/>
      <dgm:spPr/>
    </dgm:pt>
    <dgm:pt modelId="{F8476C86-F599-4879-98C9-CC1ED5FDEA0F}" type="pres">
      <dgm:prSet presAssocID="{B4B3C074-EA23-4209-B1D5-4BDB5AE29B04}" presName="node" presStyleLbl="node1" presStyleIdx="3" presStyleCnt="7">
        <dgm:presLayoutVars>
          <dgm:bulletEnabled val="1"/>
        </dgm:presLayoutVars>
      </dgm:prSet>
      <dgm:spPr/>
    </dgm:pt>
    <dgm:pt modelId="{7FEDFBBA-6B1D-459E-9650-BF622D0ACAD8}" type="pres">
      <dgm:prSet presAssocID="{71CF682D-EA27-4171-AC8E-335AF816253E}" presName="sibTrans" presStyleLbl="sibTrans1D1" presStyleIdx="3" presStyleCnt="6"/>
      <dgm:spPr/>
    </dgm:pt>
    <dgm:pt modelId="{7D028EAA-E4BA-4963-96A6-3232FA18D2B1}" type="pres">
      <dgm:prSet presAssocID="{71CF682D-EA27-4171-AC8E-335AF816253E}" presName="connectorText" presStyleLbl="sibTrans1D1" presStyleIdx="3" presStyleCnt="6"/>
      <dgm:spPr/>
    </dgm:pt>
    <dgm:pt modelId="{441830C1-C143-477C-9C4F-37CD7CD18C82}" type="pres">
      <dgm:prSet presAssocID="{5449F492-C20C-4C8E-8731-1E30A36B68D2}" presName="node" presStyleLbl="node1" presStyleIdx="4" presStyleCnt="7">
        <dgm:presLayoutVars>
          <dgm:bulletEnabled val="1"/>
        </dgm:presLayoutVars>
      </dgm:prSet>
      <dgm:spPr/>
    </dgm:pt>
    <dgm:pt modelId="{E2C2551C-4FD6-49CD-A4BD-DF244F02C0CF}" type="pres">
      <dgm:prSet presAssocID="{D17C6084-30AA-4CAB-9DAB-A3C5D5FD53C8}" presName="sibTrans" presStyleLbl="sibTrans1D1" presStyleIdx="4" presStyleCnt="6"/>
      <dgm:spPr/>
    </dgm:pt>
    <dgm:pt modelId="{107F2A8F-ADA0-4E74-B215-41399C9208E9}" type="pres">
      <dgm:prSet presAssocID="{D17C6084-30AA-4CAB-9DAB-A3C5D5FD53C8}" presName="connectorText" presStyleLbl="sibTrans1D1" presStyleIdx="4" presStyleCnt="6"/>
      <dgm:spPr/>
    </dgm:pt>
    <dgm:pt modelId="{B9E66DA6-6BA0-4596-963C-5CF0D17F71AC}" type="pres">
      <dgm:prSet presAssocID="{95AD8400-763E-4D70-B387-F7057C912110}" presName="node" presStyleLbl="node1" presStyleIdx="5" presStyleCnt="7">
        <dgm:presLayoutVars>
          <dgm:bulletEnabled val="1"/>
        </dgm:presLayoutVars>
      </dgm:prSet>
      <dgm:spPr/>
    </dgm:pt>
    <dgm:pt modelId="{04CD61F0-B4E6-4299-90A3-F7D6866FE158}" type="pres">
      <dgm:prSet presAssocID="{B1659402-33E2-405C-AAC0-66FF3AC228F4}" presName="sibTrans" presStyleLbl="sibTrans1D1" presStyleIdx="5" presStyleCnt="6"/>
      <dgm:spPr/>
    </dgm:pt>
    <dgm:pt modelId="{F47B1DCD-96FC-4BAB-97B1-3BF3C125A32F}" type="pres">
      <dgm:prSet presAssocID="{B1659402-33E2-405C-AAC0-66FF3AC228F4}" presName="connectorText" presStyleLbl="sibTrans1D1" presStyleIdx="5" presStyleCnt="6"/>
      <dgm:spPr/>
    </dgm:pt>
    <dgm:pt modelId="{8572F899-9BDE-4C35-9D3B-5B4E544E311D}" type="pres">
      <dgm:prSet presAssocID="{4BF32DBA-3349-44A6-8DDB-B5488C58D1BE}" presName="node" presStyleLbl="node1" presStyleIdx="6" presStyleCnt="7">
        <dgm:presLayoutVars>
          <dgm:bulletEnabled val="1"/>
        </dgm:presLayoutVars>
      </dgm:prSet>
      <dgm:spPr/>
    </dgm:pt>
  </dgm:ptLst>
  <dgm:cxnLst>
    <dgm:cxn modelId="{E2BCCB01-8919-45C4-95E4-43F9E2C81A22}" type="presOf" srcId="{F620E171-F1A0-409F-945A-87ED84D0DAB0}" destId="{E73681E7-8D48-4F01-BC5D-A67F5EC47543}" srcOrd="0" destOrd="0" presId="urn:microsoft.com/office/officeart/2005/8/layout/bProcess3"/>
    <dgm:cxn modelId="{D26C5709-A29B-4D67-AAE7-1C38887AD95B}" type="presOf" srcId="{A3146357-572F-45F6-8551-8066B2F77FCC}" destId="{CE61A6C7-50DA-4EC5-8465-AEC712DD979B}" srcOrd="0" destOrd="0" presId="urn:microsoft.com/office/officeart/2005/8/layout/bProcess3"/>
    <dgm:cxn modelId="{D10BC70F-BD81-49CB-91C3-F3A1EE23F575}" type="presOf" srcId="{A3146357-572F-45F6-8551-8066B2F77FCC}" destId="{3964777B-49D6-41A9-965E-DADDCB880F16}" srcOrd="1" destOrd="0" presId="urn:microsoft.com/office/officeart/2005/8/layout/bProcess3"/>
    <dgm:cxn modelId="{6DBBCE17-5895-43BD-8A85-23A18AECA0B7}" type="presOf" srcId="{5449F492-C20C-4C8E-8731-1E30A36B68D2}" destId="{441830C1-C143-477C-9C4F-37CD7CD18C82}" srcOrd="0" destOrd="0" presId="urn:microsoft.com/office/officeart/2005/8/layout/bProcess3"/>
    <dgm:cxn modelId="{7669BB22-7AA4-4F21-A8D8-65561DA3CDE9}" type="presOf" srcId="{71CF682D-EA27-4171-AC8E-335AF816253E}" destId="{7D028EAA-E4BA-4963-96A6-3232FA18D2B1}" srcOrd="1" destOrd="0" presId="urn:microsoft.com/office/officeart/2005/8/layout/bProcess3"/>
    <dgm:cxn modelId="{87A1942A-8488-457B-B493-03A375D8C74E}" type="presOf" srcId="{B4B3C074-EA23-4209-B1D5-4BDB5AE29B04}" destId="{F8476C86-F599-4879-98C9-CC1ED5FDEA0F}" srcOrd="0" destOrd="0" presId="urn:microsoft.com/office/officeart/2005/8/layout/bProcess3"/>
    <dgm:cxn modelId="{8589C92B-C02D-42A4-85C0-551256D7FE59}" srcId="{D6C2C9E3-3188-494E-BD2C-9FFDBCC3F380}" destId="{5449F492-C20C-4C8E-8731-1E30A36B68D2}" srcOrd="4" destOrd="0" parTransId="{ADA1DAED-62D9-4765-BD9B-86DB51444910}" sibTransId="{D17C6084-30AA-4CAB-9DAB-A3C5D5FD53C8}"/>
    <dgm:cxn modelId="{E541E835-B27B-4235-8634-C487B529357E}" type="presOf" srcId="{D17C6084-30AA-4CAB-9DAB-A3C5D5FD53C8}" destId="{107F2A8F-ADA0-4E74-B215-41399C9208E9}" srcOrd="1" destOrd="0" presId="urn:microsoft.com/office/officeart/2005/8/layout/bProcess3"/>
    <dgm:cxn modelId="{4FD5C93F-3F15-45BE-A209-F13D9458B24C}" type="presOf" srcId="{71CF682D-EA27-4171-AC8E-335AF816253E}" destId="{7FEDFBBA-6B1D-459E-9650-BF622D0ACAD8}" srcOrd="0" destOrd="0" presId="urn:microsoft.com/office/officeart/2005/8/layout/bProcess3"/>
    <dgm:cxn modelId="{FFE18444-30F1-4D49-9347-B63DD57088DE}" type="presOf" srcId="{10C608FF-742C-483D-8CD3-2D59B1388186}" destId="{1F6644D1-3AA8-402A-BF3D-CDD4691F8AE0}" srcOrd="1" destOrd="0" presId="urn:microsoft.com/office/officeart/2005/8/layout/bProcess3"/>
    <dgm:cxn modelId="{C296A067-C477-47B0-955C-711CAECB1D3D}" type="presOf" srcId="{84D54967-51CC-4EAE-9D38-2983D461671A}" destId="{56A8D010-B97E-48EF-9EA2-9BCF5A90907E}" srcOrd="1" destOrd="0" presId="urn:microsoft.com/office/officeart/2005/8/layout/bProcess3"/>
    <dgm:cxn modelId="{83C6A84E-C888-4DE2-AF6B-DC8F8F250EF2}" type="presOf" srcId="{10C608FF-742C-483D-8CD3-2D59B1388186}" destId="{506E7FED-24D7-40D2-B471-D16DC8DC8E27}" srcOrd="0" destOrd="0" presId="urn:microsoft.com/office/officeart/2005/8/layout/bProcess3"/>
    <dgm:cxn modelId="{A6E49570-719C-465F-B344-E056482FF6B5}" srcId="{D6C2C9E3-3188-494E-BD2C-9FFDBCC3F380}" destId="{666D711B-9713-492D-BAEE-B5835E827614}" srcOrd="0" destOrd="0" parTransId="{B380AE65-52CC-4468-BF5C-39FC0EE174F6}" sibTransId="{10C608FF-742C-483D-8CD3-2D59B1388186}"/>
    <dgm:cxn modelId="{7A8E2E73-3526-433E-AECF-DFAEE09779BD}" srcId="{D6C2C9E3-3188-494E-BD2C-9FFDBCC3F380}" destId="{7D0D613C-F79B-4663-853A-408081D7F9C4}" srcOrd="2" destOrd="0" parTransId="{005E8900-9F2A-4F9C-A135-53F1117300B0}" sibTransId="{84D54967-51CC-4EAE-9D38-2983D461671A}"/>
    <dgm:cxn modelId="{21B93054-C19F-4411-A603-3E4F9895C4C0}" type="presOf" srcId="{7D0D613C-F79B-4663-853A-408081D7F9C4}" destId="{46DD5DA2-3278-4943-957D-559614DF3452}" srcOrd="0" destOrd="0" presId="urn:microsoft.com/office/officeart/2005/8/layout/bProcess3"/>
    <dgm:cxn modelId="{ABB22D79-212D-4C58-9961-DBC47B902B1C}" srcId="{D6C2C9E3-3188-494E-BD2C-9FFDBCC3F380}" destId="{95AD8400-763E-4D70-B387-F7057C912110}" srcOrd="5" destOrd="0" parTransId="{2EE138C1-009D-4824-A7A3-D67F6637045F}" sibTransId="{B1659402-33E2-405C-AAC0-66FF3AC228F4}"/>
    <dgm:cxn modelId="{F130138A-8F38-4B28-8473-65568CE6A0A3}" srcId="{D6C2C9E3-3188-494E-BD2C-9FFDBCC3F380}" destId="{F620E171-F1A0-409F-945A-87ED84D0DAB0}" srcOrd="1" destOrd="0" parTransId="{81160198-51BE-4C61-A99D-FE05D46F8975}" sibTransId="{A3146357-572F-45F6-8551-8066B2F77FCC}"/>
    <dgm:cxn modelId="{6429E09E-F71A-4E64-A40E-668A7EBE2B90}" srcId="{D6C2C9E3-3188-494E-BD2C-9FFDBCC3F380}" destId="{4BF32DBA-3349-44A6-8DDB-B5488C58D1BE}" srcOrd="6" destOrd="0" parTransId="{683F1D2D-DFBD-484E-A043-8659EC4A4B81}" sibTransId="{735E0FDF-2397-4694-8AB5-4F706F55703E}"/>
    <dgm:cxn modelId="{F982E1A2-0CDF-4DBB-B712-10C5F7975D86}" srcId="{D6C2C9E3-3188-494E-BD2C-9FFDBCC3F380}" destId="{B4B3C074-EA23-4209-B1D5-4BDB5AE29B04}" srcOrd="3" destOrd="0" parTransId="{594C0A23-61FF-48D2-AF2B-1369F9C68F56}" sibTransId="{71CF682D-EA27-4171-AC8E-335AF816253E}"/>
    <dgm:cxn modelId="{33A963A7-5C5F-4F34-B254-647DEAE0DD4A}" type="presOf" srcId="{95AD8400-763E-4D70-B387-F7057C912110}" destId="{B9E66DA6-6BA0-4596-963C-5CF0D17F71AC}" srcOrd="0" destOrd="0" presId="urn:microsoft.com/office/officeart/2005/8/layout/bProcess3"/>
    <dgm:cxn modelId="{C89CDEAF-CD6D-4CEE-8C32-16ECB812EA2D}" type="presOf" srcId="{84D54967-51CC-4EAE-9D38-2983D461671A}" destId="{0D84EE88-BE7D-4F6E-A705-E8A57B1AA870}" srcOrd="0" destOrd="0" presId="urn:microsoft.com/office/officeart/2005/8/layout/bProcess3"/>
    <dgm:cxn modelId="{07990EB1-F76B-4035-8AC6-E87592960FFA}" type="presOf" srcId="{4BF32DBA-3349-44A6-8DDB-B5488C58D1BE}" destId="{8572F899-9BDE-4C35-9D3B-5B4E544E311D}" srcOrd="0" destOrd="0" presId="urn:microsoft.com/office/officeart/2005/8/layout/bProcess3"/>
    <dgm:cxn modelId="{89AF0EB5-CA6F-4250-B477-60DB8A9639DA}" type="presOf" srcId="{D17C6084-30AA-4CAB-9DAB-A3C5D5FD53C8}" destId="{E2C2551C-4FD6-49CD-A4BD-DF244F02C0CF}" srcOrd="0" destOrd="0" presId="urn:microsoft.com/office/officeart/2005/8/layout/bProcess3"/>
    <dgm:cxn modelId="{30231AC3-13A8-4A7E-804F-E9DEB647D872}" type="presOf" srcId="{D6C2C9E3-3188-494E-BD2C-9FFDBCC3F380}" destId="{05E8D935-8083-4714-A9F4-1A2C71736D13}" srcOrd="0" destOrd="0" presId="urn:microsoft.com/office/officeart/2005/8/layout/bProcess3"/>
    <dgm:cxn modelId="{B93A58C7-7D7C-4B6C-8D2C-53D38CF3BC2E}" type="presOf" srcId="{666D711B-9713-492D-BAEE-B5835E827614}" destId="{5D9CD884-ADDC-4CD9-8C88-4344B4166D07}" srcOrd="0" destOrd="0" presId="urn:microsoft.com/office/officeart/2005/8/layout/bProcess3"/>
    <dgm:cxn modelId="{23F836D0-85D5-4803-ADDC-802FE1F202B3}" type="presOf" srcId="{B1659402-33E2-405C-AAC0-66FF3AC228F4}" destId="{04CD61F0-B4E6-4299-90A3-F7D6866FE158}" srcOrd="0" destOrd="0" presId="urn:microsoft.com/office/officeart/2005/8/layout/bProcess3"/>
    <dgm:cxn modelId="{596CD4E9-DA8D-4294-8714-EB72F3A1EFC2}" type="presOf" srcId="{B1659402-33E2-405C-AAC0-66FF3AC228F4}" destId="{F47B1DCD-96FC-4BAB-97B1-3BF3C125A32F}" srcOrd="1" destOrd="0" presId="urn:microsoft.com/office/officeart/2005/8/layout/bProcess3"/>
    <dgm:cxn modelId="{5943B923-845A-4C20-AFC8-94D8BC9CB1EC}" type="presParOf" srcId="{05E8D935-8083-4714-A9F4-1A2C71736D13}" destId="{5D9CD884-ADDC-4CD9-8C88-4344B4166D07}" srcOrd="0" destOrd="0" presId="urn:microsoft.com/office/officeart/2005/8/layout/bProcess3"/>
    <dgm:cxn modelId="{2CACF52D-A6DB-433E-A904-0D4CA9FD832A}" type="presParOf" srcId="{05E8D935-8083-4714-A9F4-1A2C71736D13}" destId="{506E7FED-24D7-40D2-B471-D16DC8DC8E27}" srcOrd="1" destOrd="0" presId="urn:microsoft.com/office/officeart/2005/8/layout/bProcess3"/>
    <dgm:cxn modelId="{343F5AD0-447B-46B8-B886-32AF8FA6DA98}" type="presParOf" srcId="{506E7FED-24D7-40D2-B471-D16DC8DC8E27}" destId="{1F6644D1-3AA8-402A-BF3D-CDD4691F8AE0}" srcOrd="0" destOrd="0" presId="urn:microsoft.com/office/officeart/2005/8/layout/bProcess3"/>
    <dgm:cxn modelId="{D2E44CC0-6521-4968-8E67-F9A1F8E8431F}" type="presParOf" srcId="{05E8D935-8083-4714-A9F4-1A2C71736D13}" destId="{E73681E7-8D48-4F01-BC5D-A67F5EC47543}" srcOrd="2" destOrd="0" presId="urn:microsoft.com/office/officeart/2005/8/layout/bProcess3"/>
    <dgm:cxn modelId="{2EFFEC3B-A791-4110-A12B-48D614D9DCFF}" type="presParOf" srcId="{05E8D935-8083-4714-A9F4-1A2C71736D13}" destId="{CE61A6C7-50DA-4EC5-8465-AEC712DD979B}" srcOrd="3" destOrd="0" presId="urn:microsoft.com/office/officeart/2005/8/layout/bProcess3"/>
    <dgm:cxn modelId="{7B30AF7F-CA82-431D-BA40-C48A3EB646A5}" type="presParOf" srcId="{CE61A6C7-50DA-4EC5-8465-AEC712DD979B}" destId="{3964777B-49D6-41A9-965E-DADDCB880F16}" srcOrd="0" destOrd="0" presId="urn:microsoft.com/office/officeart/2005/8/layout/bProcess3"/>
    <dgm:cxn modelId="{5E127CC9-F699-4642-9AC0-B56E0BF1C4D9}" type="presParOf" srcId="{05E8D935-8083-4714-A9F4-1A2C71736D13}" destId="{46DD5DA2-3278-4943-957D-559614DF3452}" srcOrd="4" destOrd="0" presId="urn:microsoft.com/office/officeart/2005/8/layout/bProcess3"/>
    <dgm:cxn modelId="{6BA8910F-E0E0-4793-B7E8-21B9FCDE421C}" type="presParOf" srcId="{05E8D935-8083-4714-A9F4-1A2C71736D13}" destId="{0D84EE88-BE7D-4F6E-A705-E8A57B1AA870}" srcOrd="5" destOrd="0" presId="urn:microsoft.com/office/officeart/2005/8/layout/bProcess3"/>
    <dgm:cxn modelId="{33151B02-556B-454E-8E80-38305497F474}" type="presParOf" srcId="{0D84EE88-BE7D-4F6E-A705-E8A57B1AA870}" destId="{56A8D010-B97E-48EF-9EA2-9BCF5A90907E}" srcOrd="0" destOrd="0" presId="urn:microsoft.com/office/officeart/2005/8/layout/bProcess3"/>
    <dgm:cxn modelId="{57E26CFB-C90B-4D8E-828C-82C0D6F38AAE}" type="presParOf" srcId="{05E8D935-8083-4714-A9F4-1A2C71736D13}" destId="{F8476C86-F599-4879-98C9-CC1ED5FDEA0F}" srcOrd="6" destOrd="0" presId="urn:microsoft.com/office/officeart/2005/8/layout/bProcess3"/>
    <dgm:cxn modelId="{708AD8D9-2087-4556-AAD4-6333A9C41EC1}" type="presParOf" srcId="{05E8D935-8083-4714-A9F4-1A2C71736D13}" destId="{7FEDFBBA-6B1D-459E-9650-BF622D0ACAD8}" srcOrd="7" destOrd="0" presId="urn:microsoft.com/office/officeart/2005/8/layout/bProcess3"/>
    <dgm:cxn modelId="{221FB066-24BB-49B1-BC6D-3B789D1E1690}" type="presParOf" srcId="{7FEDFBBA-6B1D-459E-9650-BF622D0ACAD8}" destId="{7D028EAA-E4BA-4963-96A6-3232FA18D2B1}" srcOrd="0" destOrd="0" presId="urn:microsoft.com/office/officeart/2005/8/layout/bProcess3"/>
    <dgm:cxn modelId="{19F96682-CA20-403C-83B5-E308E345B46E}" type="presParOf" srcId="{05E8D935-8083-4714-A9F4-1A2C71736D13}" destId="{441830C1-C143-477C-9C4F-37CD7CD18C82}" srcOrd="8" destOrd="0" presId="urn:microsoft.com/office/officeart/2005/8/layout/bProcess3"/>
    <dgm:cxn modelId="{A4B671F0-8873-4383-8BA0-879B6530164D}" type="presParOf" srcId="{05E8D935-8083-4714-A9F4-1A2C71736D13}" destId="{E2C2551C-4FD6-49CD-A4BD-DF244F02C0CF}" srcOrd="9" destOrd="0" presId="urn:microsoft.com/office/officeart/2005/8/layout/bProcess3"/>
    <dgm:cxn modelId="{93246C4B-E6F8-44DB-919B-79F36F609121}" type="presParOf" srcId="{E2C2551C-4FD6-49CD-A4BD-DF244F02C0CF}" destId="{107F2A8F-ADA0-4E74-B215-41399C9208E9}" srcOrd="0" destOrd="0" presId="urn:microsoft.com/office/officeart/2005/8/layout/bProcess3"/>
    <dgm:cxn modelId="{56F84082-A26E-472D-B903-EAEE4282167E}" type="presParOf" srcId="{05E8D935-8083-4714-A9F4-1A2C71736D13}" destId="{B9E66DA6-6BA0-4596-963C-5CF0D17F71AC}" srcOrd="10" destOrd="0" presId="urn:microsoft.com/office/officeart/2005/8/layout/bProcess3"/>
    <dgm:cxn modelId="{BF7E4CE2-EA35-429A-ACAE-6BC32DC5DF6E}" type="presParOf" srcId="{05E8D935-8083-4714-A9F4-1A2C71736D13}" destId="{04CD61F0-B4E6-4299-90A3-F7D6866FE158}" srcOrd="11" destOrd="0" presId="urn:microsoft.com/office/officeart/2005/8/layout/bProcess3"/>
    <dgm:cxn modelId="{F8941244-0C71-4E01-B16E-2F0511070491}" type="presParOf" srcId="{04CD61F0-B4E6-4299-90A3-F7D6866FE158}" destId="{F47B1DCD-96FC-4BAB-97B1-3BF3C125A32F}" srcOrd="0" destOrd="0" presId="urn:microsoft.com/office/officeart/2005/8/layout/bProcess3"/>
    <dgm:cxn modelId="{A92B75ED-FE79-4FF3-89D1-D3B4719ADE7C}" type="presParOf" srcId="{05E8D935-8083-4714-A9F4-1A2C71736D13}" destId="{8572F899-9BDE-4C35-9D3B-5B4E544E311D}" srcOrd="12" destOrd="0" presId="urn:microsoft.com/office/officeart/2005/8/layout/b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2CCB1A8-6FB5-4A14-8627-74D8F795607A}" type="doc">
      <dgm:prSet loTypeId="urn:microsoft.com/office/officeart/2005/8/layout/orgChart1" loCatId="hierarchy" qsTypeId="urn:microsoft.com/office/officeart/2005/8/quickstyle/simple5#2" qsCatId="simple" csTypeId="urn:microsoft.com/office/officeart/2005/8/colors/colorful2#1" csCatId="colorful" phldr="1"/>
      <dgm:spPr/>
      <dgm:t>
        <a:bodyPr/>
        <a:lstStyle/>
        <a:p>
          <a:endParaRPr lang="en-GB"/>
        </a:p>
      </dgm:t>
    </dgm:pt>
    <dgm:pt modelId="{83BEA114-A7DB-4C4B-8243-6A055FC56822}">
      <dgm:prSet phldrT="[Text]" phldr="0"/>
      <dgm:spPr/>
      <dgm:t>
        <a:bodyPr/>
        <a:lstStyle/>
        <a:p>
          <a:r>
            <a:rPr lang="en-GB" dirty="0"/>
            <a:t>Student(Enter\view information)</a:t>
          </a:r>
        </a:p>
      </dgm:t>
    </dgm:pt>
    <dgm:pt modelId="{C0EAA260-49C2-413A-B44A-CEF0AB554758}" type="parTrans" cxnId="{DAB0E9FE-C5F1-40AA-A988-FED73D8DB97B}">
      <dgm:prSet/>
      <dgm:spPr/>
      <dgm:t>
        <a:bodyPr/>
        <a:lstStyle/>
        <a:p>
          <a:endParaRPr lang="en-GB"/>
        </a:p>
      </dgm:t>
    </dgm:pt>
    <dgm:pt modelId="{246BEC4D-7A2C-4CC7-917E-B630A5290276}" type="sibTrans" cxnId="{DAB0E9FE-C5F1-40AA-A988-FED73D8DB97B}">
      <dgm:prSet/>
      <dgm:spPr/>
      <dgm:t>
        <a:bodyPr/>
        <a:lstStyle/>
        <a:p>
          <a:endParaRPr lang="en-GB"/>
        </a:p>
      </dgm:t>
    </dgm:pt>
    <dgm:pt modelId="{45BDD70B-239C-4543-A6EF-D50EAA186134}">
      <dgm:prSet phldrT="[Text]" phldr="0"/>
      <dgm:spPr/>
      <dgm:t>
        <a:bodyPr/>
        <a:lstStyle/>
        <a:p>
          <a:pPr rtl="0"/>
          <a:r>
            <a:rPr lang="en-GB" b="1" dirty="0">
              <a:latin typeface="Aptos Display" panose="02110004020202020204"/>
            </a:rPr>
            <a:t>Frontend</a:t>
          </a:r>
          <a:r>
            <a:rPr lang="en-GB" b="1" dirty="0"/>
            <a:t> </a:t>
          </a:r>
          <a:r>
            <a:rPr lang="en-GB" b="1" dirty="0">
              <a:latin typeface="Aptos Display" panose="02110004020202020204"/>
            </a:rPr>
            <a:t>                                                                        </a:t>
          </a:r>
          <a:r>
            <a:rPr lang="en-GB" dirty="0"/>
            <a:t>HTML+ CSS+ JavaScript</a:t>
          </a:r>
          <a:r>
            <a:rPr lang="en-GB" dirty="0">
              <a:latin typeface="Aptos Display" panose="02110004020202020204"/>
            </a:rPr>
            <a:t>       </a:t>
          </a:r>
          <a:r>
            <a:rPr lang="en-GB" dirty="0"/>
            <a:t>(dashboard, profile, marks, assignments, study planner, recommendations, topic dependencies)</a:t>
          </a:r>
        </a:p>
      </dgm:t>
    </dgm:pt>
    <dgm:pt modelId="{77240F30-8926-4E54-B69F-554DB753A2E9}" type="parTrans" cxnId="{5240B221-9870-420D-97C6-0DCDFB36C3A1}">
      <dgm:prSet/>
      <dgm:spPr/>
      <dgm:t>
        <a:bodyPr/>
        <a:lstStyle/>
        <a:p>
          <a:endParaRPr lang="en-GB"/>
        </a:p>
      </dgm:t>
    </dgm:pt>
    <dgm:pt modelId="{FA904128-01A8-4481-8D96-87A555247160}" type="sibTrans" cxnId="{5240B221-9870-420D-97C6-0DCDFB36C3A1}">
      <dgm:prSet/>
      <dgm:spPr/>
      <dgm:t>
        <a:bodyPr/>
        <a:lstStyle/>
        <a:p>
          <a:endParaRPr lang="en-GB"/>
        </a:p>
      </dgm:t>
    </dgm:pt>
    <dgm:pt modelId="{9767C63B-2150-40FF-A72A-E7231BDFEF9F}">
      <dgm:prSet phldrT="[Text]" phldr="0"/>
      <dgm:spPr/>
      <dgm:t>
        <a:bodyPr/>
        <a:lstStyle/>
        <a:p>
          <a:pPr rtl="0"/>
          <a:r>
            <a:rPr lang="en-GB" b="1" dirty="0"/>
            <a:t>DSA processing                     </a:t>
          </a:r>
          <a:r>
            <a:rPr lang="en-GB" b="1" dirty="0">
              <a:latin typeface="Aptos Display" panose="02110004020202020204"/>
            </a:rPr>
            <a:t>   </a:t>
          </a:r>
          <a:r>
            <a:rPr lang="en-GB" dirty="0">
              <a:latin typeface="Aptos Display" panose="02110004020202020204"/>
            </a:rPr>
            <a:t>                 </a:t>
          </a:r>
          <a:r>
            <a:rPr lang="en-GB" dirty="0"/>
            <a:t>C DSA engine     (Arrays/structures, linked list, queue, priority, Queue, stack, graph, search/sort/BFS/DFS)</a:t>
          </a:r>
        </a:p>
      </dgm:t>
    </dgm:pt>
    <dgm:pt modelId="{C65FA745-D7A8-4677-BE76-9DC11EA3D0E4}" type="parTrans" cxnId="{D5BB1018-2509-45BD-A986-814F910AA07A}">
      <dgm:prSet/>
      <dgm:spPr/>
      <dgm:t>
        <a:bodyPr/>
        <a:lstStyle/>
        <a:p>
          <a:endParaRPr lang="en-GB"/>
        </a:p>
      </dgm:t>
    </dgm:pt>
    <dgm:pt modelId="{D2A512B1-1906-485D-ACEC-08CA9AE9E920}" type="sibTrans" cxnId="{D5BB1018-2509-45BD-A986-814F910AA07A}">
      <dgm:prSet/>
      <dgm:spPr/>
      <dgm:t>
        <a:bodyPr/>
        <a:lstStyle/>
        <a:p>
          <a:endParaRPr lang="en-GB"/>
        </a:p>
      </dgm:t>
    </dgm:pt>
    <dgm:pt modelId="{8DBA315C-57BE-4A19-8C4C-6FF1A085D3AD}">
      <dgm:prSet phldrT="[Text]" phldr="0"/>
      <dgm:spPr/>
      <dgm:t>
        <a:bodyPr/>
        <a:lstStyle/>
        <a:p>
          <a:pPr rtl="0"/>
          <a:r>
            <a:rPr lang="en-GB" b="1" dirty="0"/>
            <a:t>Academic analysis.</a:t>
          </a:r>
          <a:r>
            <a:rPr lang="en-GB" dirty="0"/>
            <a:t> </a:t>
          </a:r>
          <a:r>
            <a:rPr lang="en-GB" dirty="0">
              <a:latin typeface="Aptos Display" panose="02110004020202020204"/>
            </a:rPr>
            <a:t>               </a:t>
          </a:r>
          <a:r>
            <a:rPr lang="en-GB" dirty="0"/>
            <a:t>(weak subject detection, assignment, priority, topic learning path, Study history, recommendations)</a:t>
          </a:r>
        </a:p>
      </dgm:t>
    </dgm:pt>
    <dgm:pt modelId="{BFBAFB4D-8A7C-4857-8CA5-C7F56D16B2E8}" type="parTrans" cxnId="{DD8930CA-8882-44AE-BFBC-AA947AB60E8E}">
      <dgm:prSet/>
      <dgm:spPr/>
      <dgm:t>
        <a:bodyPr/>
        <a:lstStyle/>
        <a:p>
          <a:endParaRPr lang="en-GB"/>
        </a:p>
      </dgm:t>
    </dgm:pt>
    <dgm:pt modelId="{903BA511-5DA4-4AD1-B788-ABF46568F82B}" type="sibTrans" cxnId="{DD8930CA-8882-44AE-BFBC-AA947AB60E8E}">
      <dgm:prSet/>
      <dgm:spPr/>
      <dgm:t>
        <a:bodyPr/>
        <a:lstStyle/>
        <a:p>
          <a:endParaRPr lang="en-GB"/>
        </a:p>
      </dgm:t>
    </dgm:pt>
    <dgm:pt modelId="{5144FCA6-BAFE-493A-BA57-8AC5DB769F11}">
      <dgm:prSet phldrT="[Text]" phldr="0"/>
      <dgm:spPr/>
      <dgm:t>
        <a:bodyPr/>
        <a:lstStyle/>
        <a:p>
          <a:pPr rtl="0"/>
          <a:r>
            <a:rPr lang="en-GB" b="1" dirty="0"/>
            <a:t>Database</a:t>
          </a:r>
          <a:r>
            <a:rPr lang="en-GB" dirty="0"/>
            <a:t> </a:t>
          </a:r>
          <a:r>
            <a:rPr lang="en-GB" dirty="0">
              <a:latin typeface="Aptos Display" panose="02110004020202020204"/>
            </a:rPr>
            <a:t> </a:t>
          </a:r>
          <a:r>
            <a:rPr lang="en-GB" dirty="0"/>
            <a:t>operations                    </a:t>
          </a:r>
          <a:r>
            <a:rPr lang="en-GB" dirty="0">
              <a:latin typeface="Aptos Display" panose="02110004020202020204"/>
            </a:rPr>
            <a:t>                     </a:t>
          </a:r>
          <a:r>
            <a:rPr lang="en-GB" dirty="0"/>
            <a:t>SQLite               </a:t>
          </a:r>
          <a:r>
            <a:rPr lang="en-GB" dirty="0">
              <a:latin typeface="Aptos Display" panose="02110004020202020204"/>
            </a:rPr>
            <a:t>                             </a:t>
          </a:r>
          <a:r>
            <a:rPr lang="en-GB" dirty="0"/>
            <a:t>(student, subjects,, assignment assignments, topics, study history)</a:t>
          </a:r>
        </a:p>
      </dgm:t>
    </dgm:pt>
    <dgm:pt modelId="{064E4B0C-635E-46F8-AD50-DB8AA90EBB38}" type="parTrans" cxnId="{88A9B64E-0DB9-488B-B90B-A1C5A46A5DE9}">
      <dgm:prSet/>
      <dgm:spPr/>
      <dgm:t>
        <a:bodyPr/>
        <a:lstStyle/>
        <a:p>
          <a:endParaRPr lang="en-GB"/>
        </a:p>
      </dgm:t>
    </dgm:pt>
    <dgm:pt modelId="{BB92C183-07E1-4959-B547-7D6BE0B09C65}" type="sibTrans" cxnId="{88A9B64E-0DB9-488B-B90B-A1C5A46A5DE9}">
      <dgm:prSet/>
      <dgm:spPr/>
      <dgm:t>
        <a:bodyPr/>
        <a:lstStyle/>
        <a:p>
          <a:endParaRPr lang="en-GB"/>
        </a:p>
      </dgm:t>
    </dgm:pt>
    <dgm:pt modelId="{CE4DFBAB-0D3B-4173-B55F-A7B32A79C53F}">
      <dgm:prSet phldrT="[Text]" phldr="0"/>
      <dgm:spPr/>
      <dgm:t>
        <a:bodyPr/>
        <a:lstStyle/>
        <a:p>
          <a:r>
            <a:rPr lang="en-GB" dirty="0"/>
            <a:t>Backend. (Python flask)</a:t>
          </a:r>
        </a:p>
      </dgm:t>
    </dgm:pt>
    <dgm:pt modelId="{AF87E0AC-6384-42CE-BC79-A7ED886832C6}" type="parTrans" cxnId="{DEAF29C8-718D-4735-8FAF-7B5E1E0D3FE9}">
      <dgm:prSet/>
      <dgm:spPr/>
      <dgm:t>
        <a:bodyPr/>
        <a:lstStyle/>
        <a:p>
          <a:endParaRPr lang="en-GB"/>
        </a:p>
      </dgm:t>
    </dgm:pt>
    <dgm:pt modelId="{58C7EFFC-2461-4FAE-A966-42E400FDF51E}" type="sibTrans" cxnId="{DEAF29C8-718D-4735-8FAF-7B5E1E0D3FE9}">
      <dgm:prSet/>
      <dgm:spPr/>
      <dgm:t>
        <a:bodyPr/>
        <a:lstStyle/>
        <a:p>
          <a:endParaRPr lang="en-GB"/>
        </a:p>
      </dgm:t>
    </dgm:pt>
    <dgm:pt modelId="{A6001583-F792-4DF6-A466-D78286FF30CD}">
      <dgm:prSet phldrT="[Text]" phldr="0"/>
      <dgm:spPr/>
      <dgm:t>
        <a:bodyPr/>
        <a:lstStyle/>
        <a:p>
          <a:pPr rtl="0"/>
          <a:r>
            <a:rPr lang="en-GB" b="1" dirty="0"/>
            <a:t>Results.   </a:t>
          </a:r>
          <a:r>
            <a:rPr lang="en-GB" dirty="0"/>
            <a:t>              </a:t>
          </a:r>
          <a:r>
            <a:rPr lang="en-GB" dirty="0">
              <a:latin typeface="Aptos Display" panose="02110004020202020204"/>
            </a:rPr>
            <a:t>                       </a:t>
          </a:r>
          <a:r>
            <a:rPr lang="en-GB" dirty="0"/>
            <a:t>Priority task.      </a:t>
          </a:r>
          <a:r>
            <a:rPr lang="en-GB" dirty="0">
              <a:latin typeface="Aptos Display" panose="02110004020202020204"/>
            </a:rPr>
            <a:t>                              </a:t>
          </a:r>
          <a:r>
            <a:rPr lang="en-GB" dirty="0"/>
            <a:t>Week subjects.                         Suggested topics.                          Learning path.</a:t>
          </a:r>
        </a:p>
      </dgm:t>
    </dgm:pt>
    <dgm:pt modelId="{1967E624-2503-4DB1-9460-E24544E22F45}" type="parTrans" cxnId="{83F32722-9D91-46F5-9083-776743B01702}">
      <dgm:prSet/>
      <dgm:spPr/>
      <dgm:t>
        <a:bodyPr/>
        <a:lstStyle/>
        <a:p>
          <a:endParaRPr lang="en-GB"/>
        </a:p>
      </dgm:t>
    </dgm:pt>
    <dgm:pt modelId="{03B4147E-B789-43DB-92A9-1752B89C1CA9}" type="sibTrans" cxnId="{83F32722-9D91-46F5-9083-776743B01702}">
      <dgm:prSet/>
      <dgm:spPr/>
      <dgm:t>
        <a:bodyPr/>
        <a:lstStyle/>
        <a:p>
          <a:endParaRPr lang="en-GB"/>
        </a:p>
      </dgm:t>
    </dgm:pt>
    <dgm:pt modelId="{2A78F5C0-8901-4D0F-B402-F095A290AE7B}" type="pres">
      <dgm:prSet presAssocID="{D2CCB1A8-6FB5-4A14-8627-74D8F795607A}" presName="hierChild1" presStyleCnt="0">
        <dgm:presLayoutVars>
          <dgm:orgChart val="1"/>
          <dgm:chPref val="1"/>
          <dgm:dir/>
          <dgm:animOne val="branch"/>
          <dgm:animLvl val="lvl"/>
          <dgm:resizeHandles/>
        </dgm:presLayoutVars>
      </dgm:prSet>
      <dgm:spPr/>
    </dgm:pt>
    <dgm:pt modelId="{4221BB3E-DAB7-40F8-8815-8A4D2F5B7C9E}" type="pres">
      <dgm:prSet presAssocID="{83BEA114-A7DB-4C4B-8243-6A055FC56822}" presName="hierRoot1" presStyleCnt="0">
        <dgm:presLayoutVars>
          <dgm:hierBranch val="init"/>
        </dgm:presLayoutVars>
      </dgm:prSet>
      <dgm:spPr/>
    </dgm:pt>
    <dgm:pt modelId="{0E43D4EB-B401-4CCD-AF39-74F223D4E828}" type="pres">
      <dgm:prSet presAssocID="{83BEA114-A7DB-4C4B-8243-6A055FC56822}" presName="rootComposite1" presStyleCnt="0"/>
      <dgm:spPr/>
    </dgm:pt>
    <dgm:pt modelId="{0024C10D-1B9B-43E4-8654-5CA9721B19AD}" type="pres">
      <dgm:prSet presAssocID="{83BEA114-A7DB-4C4B-8243-6A055FC56822}" presName="rootText1" presStyleLbl="node0" presStyleIdx="0" presStyleCnt="1">
        <dgm:presLayoutVars>
          <dgm:chPref val="3"/>
        </dgm:presLayoutVars>
      </dgm:prSet>
      <dgm:spPr/>
    </dgm:pt>
    <dgm:pt modelId="{8A57761D-7359-4400-A5D7-D109B2221A97}" type="pres">
      <dgm:prSet presAssocID="{83BEA114-A7DB-4C4B-8243-6A055FC56822}" presName="rootConnector1" presStyleLbl="node1" presStyleIdx="0" presStyleCnt="0"/>
      <dgm:spPr/>
    </dgm:pt>
    <dgm:pt modelId="{F63EF453-D324-4A85-8A6E-A0F01A9E9D7D}" type="pres">
      <dgm:prSet presAssocID="{83BEA114-A7DB-4C4B-8243-6A055FC56822}" presName="hierChild2" presStyleCnt="0"/>
      <dgm:spPr/>
    </dgm:pt>
    <dgm:pt modelId="{F5E35988-5E09-48C1-9261-3C26463CDD9F}" type="pres">
      <dgm:prSet presAssocID="{77240F30-8926-4E54-B69F-554DB753A2E9}" presName="Name37" presStyleLbl="parChTrans1D2" presStyleIdx="0" presStyleCnt="1"/>
      <dgm:spPr/>
    </dgm:pt>
    <dgm:pt modelId="{35727417-EE10-47D9-91B7-0C4505C8E38F}" type="pres">
      <dgm:prSet presAssocID="{45BDD70B-239C-4543-A6EF-D50EAA186134}" presName="hierRoot2" presStyleCnt="0">
        <dgm:presLayoutVars>
          <dgm:hierBranch val="init"/>
        </dgm:presLayoutVars>
      </dgm:prSet>
      <dgm:spPr/>
    </dgm:pt>
    <dgm:pt modelId="{D1EA6D5E-1A9D-48F7-A834-8B24613FE92D}" type="pres">
      <dgm:prSet presAssocID="{45BDD70B-239C-4543-A6EF-D50EAA186134}" presName="rootComposite" presStyleCnt="0"/>
      <dgm:spPr/>
    </dgm:pt>
    <dgm:pt modelId="{3642C4E9-582E-485D-B5C5-BCB5F0D8018D}" type="pres">
      <dgm:prSet presAssocID="{45BDD70B-239C-4543-A6EF-D50EAA186134}" presName="rootText" presStyleLbl="node2" presStyleIdx="0" presStyleCnt="1">
        <dgm:presLayoutVars>
          <dgm:chPref val="3"/>
        </dgm:presLayoutVars>
      </dgm:prSet>
      <dgm:spPr/>
    </dgm:pt>
    <dgm:pt modelId="{9F934D81-6A2A-4CF7-AEB3-7DD867162E02}" type="pres">
      <dgm:prSet presAssocID="{45BDD70B-239C-4543-A6EF-D50EAA186134}" presName="rootConnector" presStyleLbl="node2" presStyleIdx="0" presStyleCnt="1"/>
      <dgm:spPr/>
    </dgm:pt>
    <dgm:pt modelId="{ABE15ED6-0F3C-46EB-91AF-B6971FF64B8A}" type="pres">
      <dgm:prSet presAssocID="{45BDD70B-239C-4543-A6EF-D50EAA186134}" presName="hierChild4" presStyleCnt="0"/>
      <dgm:spPr/>
    </dgm:pt>
    <dgm:pt modelId="{B5F392A1-ADCB-4076-B376-343F47726E50}" type="pres">
      <dgm:prSet presAssocID="{AF87E0AC-6384-42CE-BC79-A7ED886832C6}" presName="Name37" presStyleLbl="parChTrans1D3" presStyleIdx="0" presStyleCnt="1"/>
      <dgm:spPr/>
    </dgm:pt>
    <dgm:pt modelId="{17590F7B-8D87-4660-A8DB-2E92659B8ED9}" type="pres">
      <dgm:prSet presAssocID="{CE4DFBAB-0D3B-4173-B55F-A7B32A79C53F}" presName="hierRoot2" presStyleCnt="0">
        <dgm:presLayoutVars>
          <dgm:hierBranch val="init"/>
        </dgm:presLayoutVars>
      </dgm:prSet>
      <dgm:spPr/>
    </dgm:pt>
    <dgm:pt modelId="{B5E0F7C9-A217-4F9B-845D-B6DCAA67673C}" type="pres">
      <dgm:prSet presAssocID="{CE4DFBAB-0D3B-4173-B55F-A7B32A79C53F}" presName="rootComposite" presStyleCnt="0"/>
      <dgm:spPr/>
    </dgm:pt>
    <dgm:pt modelId="{368105C3-8FEF-48CD-89F7-1B2579ED09D1}" type="pres">
      <dgm:prSet presAssocID="{CE4DFBAB-0D3B-4173-B55F-A7B32A79C53F}" presName="rootText" presStyleLbl="node3" presStyleIdx="0" presStyleCnt="1">
        <dgm:presLayoutVars>
          <dgm:chPref val="3"/>
        </dgm:presLayoutVars>
      </dgm:prSet>
      <dgm:spPr/>
    </dgm:pt>
    <dgm:pt modelId="{E83DA6E3-616E-4FB1-99CE-7F825B4AAB04}" type="pres">
      <dgm:prSet presAssocID="{CE4DFBAB-0D3B-4173-B55F-A7B32A79C53F}" presName="rootConnector" presStyleLbl="node3" presStyleIdx="0" presStyleCnt="1"/>
      <dgm:spPr/>
    </dgm:pt>
    <dgm:pt modelId="{66BD1769-7463-4039-94E3-DCD68997DAD6}" type="pres">
      <dgm:prSet presAssocID="{CE4DFBAB-0D3B-4173-B55F-A7B32A79C53F}" presName="hierChild4" presStyleCnt="0"/>
      <dgm:spPr/>
    </dgm:pt>
    <dgm:pt modelId="{D3A9115A-FE9B-4134-B57F-76FC80C346AE}" type="pres">
      <dgm:prSet presAssocID="{064E4B0C-635E-46F8-AD50-DB8AA90EBB38}" presName="Name37" presStyleLbl="parChTrans1D4" presStyleIdx="0" presStyleCnt="4"/>
      <dgm:spPr/>
    </dgm:pt>
    <dgm:pt modelId="{7A563E03-41AE-4C38-81B3-428BAA10FBE6}" type="pres">
      <dgm:prSet presAssocID="{5144FCA6-BAFE-493A-BA57-8AC5DB769F11}" presName="hierRoot2" presStyleCnt="0">
        <dgm:presLayoutVars>
          <dgm:hierBranch val="init"/>
        </dgm:presLayoutVars>
      </dgm:prSet>
      <dgm:spPr/>
    </dgm:pt>
    <dgm:pt modelId="{EEDAC5FE-E168-473A-AAD1-9DC94F780003}" type="pres">
      <dgm:prSet presAssocID="{5144FCA6-BAFE-493A-BA57-8AC5DB769F11}" presName="rootComposite" presStyleCnt="0"/>
      <dgm:spPr/>
    </dgm:pt>
    <dgm:pt modelId="{311B5DF9-ED51-4320-B92E-FFE2FAD42B15}" type="pres">
      <dgm:prSet presAssocID="{5144FCA6-BAFE-493A-BA57-8AC5DB769F11}" presName="rootText" presStyleLbl="node4" presStyleIdx="0" presStyleCnt="4">
        <dgm:presLayoutVars>
          <dgm:chPref val="3"/>
        </dgm:presLayoutVars>
      </dgm:prSet>
      <dgm:spPr/>
    </dgm:pt>
    <dgm:pt modelId="{94DB434F-4D59-4572-91E9-58415D8A927D}" type="pres">
      <dgm:prSet presAssocID="{5144FCA6-BAFE-493A-BA57-8AC5DB769F11}" presName="rootConnector" presStyleLbl="node4" presStyleIdx="0" presStyleCnt="4"/>
      <dgm:spPr/>
    </dgm:pt>
    <dgm:pt modelId="{C74B137F-DF85-4AD8-8BB1-D6D3A61ABAF5}" type="pres">
      <dgm:prSet presAssocID="{5144FCA6-BAFE-493A-BA57-8AC5DB769F11}" presName="hierChild4" presStyleCnt="0"/>
      <dgm:spPr/>
    </dgm:pt>
    <dgm:pt modelId="{06E5FC91-0A14-488E-81A1-4CC48AA95DAA}" type="pres">
      <dgm:prSet presAssocID="{5144FCA6-BAFE-493A-BA57-8AC5DB769F11}" presName="hierChild5" presStyleCnt="0"/>
      <dgm:spPr/>
    </dgm:pt>
    <dgm:pt modelId="{3C604979-D496-4C66-BB5D-EDB0F883D8B0}" type="pres">
      <dgm:prSet presAssocID="{C65FA745-D7A8-4677-BE76-9DC11EA3D0E4}" presName="Name37" presStyleLbl="parChTrans1D4" presStyleIdx="1" presStyleCnt="4"/>
      <dgm:spPr/>
    </dgm:pt>
    <dgm:pt modelId="{853F28EA-D46B-43E5-99AF-AE14CE1A4B6F}" type="pres">
      <dgm:prSet presAssocID="{9767C63B-2150-40FF-A72A-E7231BDFEF9F}" presName="hierRoot2" presStyleCnt="0">
        <dgm:presLayoutVars>
          <dgm:hierBranch val="init"/>
        </dgm:presLayoutVars>
      </dgm:prSet>
      <dgm:spPr/>
    </dgm:pt>
    <dgm:pt modelId="{DF7E9241-D43D-4CB1-A36D-8D308180EF35}" type="pres">
      <dgm:prSet presAssocID="{9767C63B-2150-40FF-A72A-E7231BDFEF9F}" presName="rootComposite" presStyleCnt="0"/>
      <dgm:spPr/>
    </dgm:pt>
    <dgm:pt modelId="{D97648B8-8576-4A63-A372-747A51374D4C}" type="pres">
      <dgm:prSet presAssocID="{9767C63B-2150-40FF-A72A-E7231BDFEF9F}" presName="rootText" presStyleLbl="node4" presStyleIdx="1" presStyleCnt="4">
        <dgm:presLayoutVars>
          <dgm:chPref val="3"/>
        </dgm:presLayoutVars>
      </dgm:prSet>
      <dgm:spPr/>
    </dgm:pt>
    <dgm:pt modelId="{7FD438BA-34B8-446E-A944-9E2B8CA7F4AD}" type="pres">
      <dgm:prSet presAssocID="{9767C63B-2150-40FF-A72A-E7231BDFEF9F}" presName="rootConnector" presStyleLbl="node4" presStyleIdx="1" presStyleCnt="4"/>
      <dgm:spPr/>
    </dgm:pt>
    <dgm:pt modelId="{AB3ABC93-1531-4326-A79F-4AC99A6DA046}" type="pres">
      <dgm:prSet presAssocID="{9767C63B-2150-40FF-A72A-E7231BDFEF9F}" presName="hierChild4" presStyleCnt="0"/>
      <dgm:spPr/>
    </dgm:pt>
    <dgm:pt modelId="{F34FE232-1972-442A-A4C7-90711504C46E}" type="pres">
      <dgm:prSet presAssocID="{BFBAFB4D-8A7C-4857-8CA5-C7F56D16B2E8}" presName="Name37" presStyleLbl="parChTrans1D4" presStyleIdx="2" presStyleCnt="4"/>
      <dgm:spPr/>
    </dgm:pt>
    <dgm:pt modelId="{8AFFC329-27CE-448B-8F6E-1163C8D037CA}" type="pres">
      <dgm:prSet presAssocID="{8DBA315C-57BE-4A19-8C4C-6FF1A085D3AD}" presName="hierRoot2" presStyleCnt="0">
        <dgm:presLayoutVars>
          <dgm:hierBranch val="init"/>
        </dgm:presLayoutVars>
      </dgm:prSet>
      <dgm:spPr/>
    </dgm:pt>
    <dgm:pt modelId="{DBFD0568-5C74-4845-B7CD-3A4E70B62510}" type="pres">
      <dgm:prSet presAssocID="{8DBA315C-57BE-4A19-8C4C-6FF1A085D3AD}" presName="rootComposite" presStyleCnt="0"/>
      <dgm:spPr/>
    </dgm:pt>
    <dgm:pt modelId="{15201866-F060-4EF7-8DFC-B2FD2C09C999}" type="pres">
      <dgm:prSet presAssocID="{8DBA315C-57BE-4A19-8C4C-6FF1A085D3AD}" presName="rootText" presStyleLbl="node4" presStyleIdx="2" presStyleCnt="4">
        <dgm:presLayoutVars>
          <dgm:chPref val="3"/>
        </dgm:presLayoutVars>
      </dgm:prSet>
      <dgm:spPr/>
    </dgm:pt>
    <dgm:pt modelId="{D66EC387-5C93-450A-8435-71D3B100E9C6}" type="pres">
      <dgm:prSet presAssocID="{8DBA315C-57BE-4A19-8C4C-6FF1A085D3AD}" presName="rootConnector" presStyleLbl="node4" presStyleIdx="2" presStyleCnt="4"/>
      <dgm:spPr/>
    </dgm:pt>
    <dgm:pt modelId="{9A34F5AA-39FE-4B63-8F85-FFA195955284}" type="pres">
      <dgm:prSet presAssocID="{8DBA315C-57BE-4A19-8C4C-6FF1A085D3AD}" presName="hierChild4" presStyleCnt="0"/>
      <dgm:spPr/>
    </dgm:pt>
    <dgm:pt modelId="{A8B8F9D1-15E3-4358-92EA-63BB25CA442C}" type="pres">
      <dgm:prSet presAssocID="{1967E624-2503-4DB1-9460-E24544E22F45}" presName="Name37" presStyleLbl="parChTrans1D4" presStyleIdx="3" presStyleCnt="4"/>
      <dgm:spPr/>
    </dgm:pt>
    <dgm:pt modelId="{2BBA1B7B-7E62-4B1E-AAD2-3E8D08EB2E51}" type="pres">
      <dgm:prSet presAssocID="{A6001583-F792-4DF6-A466-D78286FF30CD}" presName="hierRoot2" presStyleCnt="0">
        <dgm:presLayoutVars>
          <dgm:hierBranch val="init"/>
        </dgm:presLayoutVars>
      </dgm:prSet>
      <dgm:spPr/>
    </dgm:pt>
    <dgm:pt modelId="{B19F9739-7C71-4EC0-8ED4-0745E79E953E}" type="pres">
      <dgm:prSet presAssocID="{A6001583-F792-4DF6-A466-D78286FF30CD}" presName="rootComposite" presStyleCnt="0"/>
      <dgm:spPr/>
    </dgm:pt>
    <dgm:pt modelId="{D4E16D46-7302-47E4-84B1-0C671F90E509}" type="pres">
      <dgm:prSet presAssocID="{A6001583-F792-4DF6-A466-D78286FF30CD}" presName="rootText" presStyleLbl="node4" presStyleIdx="3" presStyleCnt="4">
        <dgm:presLayoutVars>
          <dgm:chPref val="3"/>
        </dgm:presLayoutVars>
      </dgm:prSet>
      <dgm:spPr/>
    </dgm:pt>
    <dgm:pt modelId="{FCA08AFD-0247-41AD-A747-6724AC93B091}" type="pres">
      <dgm:prSet presAssocID="{A6001583-F792-4DF6-A466-D78286FF30CD}" presName="rootConnector" presStyleLbl="node4" presStyleIdx="3" presStyleCnt="4"/>
      <dgm:spPr/>
    </dgm:pt>
    <dgm:pt modelId="{C80F2384-3080-4504-87BE-D008A39AF20B}" type="pres">
      <dgm:prSet presAssocID="{A6001583-F792-4DF6-A466-D78286FF30CD}" presName="hierChild4" presStyleCnt="0"/>
      <dgm:spPr/>
    </dgm:pt>
    <dgm:pt modelId="{18152ED3-98B0-4C94-9D07-235DFC27F506}" type="pres">
      <dgm:prSet presAssocID="{A6001583-F792-4DF6-A466-D78286FF30CD}" presName="hierChild5" presStyleCnt="0"/>
      <dgm:spPr/>
    </dgm:pt>
    <dgm:pt modelId="{5E0D989C-D5AB-4D1B-BB25-C60A062B6F0D}" type="pres">
      <dgm:prSet presAssocID="{8DBA315C-57BE-4A19-8C4C-6FF1A085D3AD}" presName="hierChild5" presStyleCnt="0"/>
      <dgm:spPr/>
    </dgm:pt>
    <dgm:pt modelId="{67BEF20C-983F-4AD6-A94E-E4E254637F13}" type="pres">
      <dgm:prSet presAssocID="{9767C63B-2150-40FF-A72A-E7231BDFEF9F}" presName="hierChild5" presStyleCnt="0"/>
      <dgm:spPr/>
    </dgm:pt>
    <dgm:pt modelId="{0601F38B-AFEB-4CB7-A4E6-886835BE7ACA}" type="pres">
      <dgm:prSet presAssocID="{CE4DFBAB-0D3B-4173-B55F-A7B32A79C53F}" presName="hierChild5" presStyleCnt="0"/>
      <dgm:spPr/>
    </dgm:pt>
    <dgm:pt modelId="{F60C28C6-66DF-4988-9856-133286090F2E}" type="pres">
      <dgm:prSet presAssocID="{45BDD70B-239C-4543-A6EF-D50EAA186134}" presName="hierChild5" presStyleCnt="0"/>
      <dgm:spPr/>
    </dgm:pt>
    <dgm:pt modelId="{CEC8FF98-3F41-4C8C-8AAC-CE984AB68FD9}" type="pres">
      <dgm:prSet presAssocID="{83BEA114-A7DB-4C4B-8243-6A055FC56822}" presName="hierChild3" presStyleCnt="0"/>
      <dgm:spPr/>
    </dgm:pt>
  </dgm:ptLst>
  <dgm:cxnLst>
    <dgm:cxn modelId="{9FCC6D13-983D-448B-B8CD-A35EE50B2D3B}" type="presOf" srcId="{9767C63B-2150-40FF-A72A-E7231BDFEF9F}" destId="{D97648B8-8576-4A63-A372-747A51374D4C}" srcOrd="0" destOrd="0" presId="urn:microsoft.com/office/officeart/2005/8/layout/orgChart1"/>
    <dgm:cxn modelId="{E86C2414-AAA7-47C6-B141-F43DF649236B}" type="presOf" srcId="{8DBA315C-57BE-4A19-8C4C-6FF1A085D3AD}" destId="{D66EC387-5C93-450A-8435-71D3B100E9C6}" srcOrd="1" destOrd="0" presId="urn:microsoft.com/office/officeart/2005/8/layout/orgChart1"/>
    <dgm:cxn modelId="{D5BB1018-2509-45BD-A986-814F910AA07A}" srcId="{CE4DFBAB-0D3B-4173-B55F-A7B32A79C53F}" destId="{9767C63B-2150-40FF-A72A-E7231BDFEF9F}" srcOrd="1" destOrd="0" parTransId="{C65FA745-D7A8-4677-BE76-9DC11EA3D0E4}" sibTransId="{D2A512B1-1906-485D-ACEC-08CA9AE9E920}"/>
    <dgm:cxn modelId="{9F3E601F-224B-498B-AF85-6A66578B7343}" type="presOf" srcId="{A6001583-F792-4DF6-A466-D78286FF30CD}" destId="{FCA08AFD-0247-41AD-A747-6724AC93B091}" srcOrd="1" destOrd="0" presId="urn:microsoft.com/office/officeart/2005/8/layout/orgChart1"/>
    <dgm:cxn modelId="{5240B221-9870-420D-97C6-0DCDFB36C3A1}" srcId="{83BEA114-A7DB-4C4B-8243-6A055FC56822}" destId="{45BDD70B-239C-4543-A6EF-D50EAA186134}" srcOrd="0" destOrd="0" parTransId="{77240F30-8926-4E54-B69F-554DB753A2E9}" sibTransId="{FA904128-01A8-4481-8D96-87A555247160}"/>
    <dgm:cxn modelId="{83F32722-9D91-46F5-9083-776743B01702}" srcId="{8DBA315C-57BE-4A19-8C4C-6FF1A085D3AD}" destId="{A6001583-F792-4DF6-A466-D78286FF30CD}" srcOrd="0" destOrd="0" parTransId="{1967E624-2503-4DB1-9460-E24544E22F45}" sibTransId="{03B4147E-B789-43DB-92A9-1752B89C1CA9}"/>
    <dgm:cxn modelId="{92A0C624-BE03-44A2-9156-110E33F54F6B}" type="presOf" srcId="{8DBA315C-57BE-4A19-8C4C-6FF1A085D3AD}" destId="{15201866-F060-4EF7-8DFC-B2FD2C09C999}" srcOrd="0" destOrd="0" presId="urn:microsoft.com/office/officeart/2005/8/layout/orgChart1"/>
    <dgm:cxn modelId="{226A2F27-C973-4A58-9763-0B1202086575}" type="presOf" srcId="{BFBAFB4D-8A7C-4857-8CA5-C7F56D16B2E8}" destId="{F34FE232-1972-442A-A4C7-90711504C46E}" srcOrd="0" destOrd="0" presId="urn:microsoft.com/office/officeart/2005/8/layout/orgChart1"/>
    <dgm:cxn modelId="{20D0E529-1A91-4850-9A38-B37FC956A722}" type="presOf" srcId="{77240F30-8926-4E54-B69F-554DB753A2E9}" destId="{F5E35988-5E09-48C1-9261-3C26463CDD9F}" srcOrd="0" destOrd="0" presId="urn:microsoft.com/office/officeart/2005/8/layout/orgChart1"/>
    <dgm:cxn modelId="{A444665F-CB3C-431A-AF12-61B354FA8C79}" type="presOf" srcId="{C65FA745-D7A8-4677-BE76-9DC11EA3D0E4}" destId="{3C604979-D496-4C66-BB5D-EDB0F883D8B0}" srcOrd="0" destOrd="0" presId="urn:microsoft.com/office/officeart/2005/8/layout/orgChart1"/>
    <dgm:cxn modelId="{1C15E661-C86D-4A50-ACB4-64A05CEA11B6}" type="presOf" srcId="{5144FCA6-BAFE-493A-BA57-8AC5DB769F11}" destId="{94DB434F-4D59-4572-91E9-58415D8A927D}" srcOrd="1" destOrd="0" presId="urn:microsoft.com/office/officeart/2005/8/layout/orgChart1"/>
    <dgm:cxn modelId="{E696C966-65C7-4ACF-B97F-1AEACADF1BBE}" type="presOf" srcId="{45BDD70B-239C-4543-A6EF-D50EAA186134}" destId="{3642C4E9-582E-485D-B5C5-BCB5F0D8018D}" srcOrd="0" destOrd="0" presId="urn:microsoft.com/office/officeart/2005/8/layout/orgChart1"/>
    <dgm:cxn modelId="{88A9B64E-0DB9-488B-B90B-A1C5A46A5DE9}" srcId="{CE4DFBAB-0D3B-4173-B55F-A7B32A79C53F}" destId="{5144FCA6-BAFE-493A-BA57-8AC5DB769F11}" srcOrd="0" destOrd="0" parTransId="{064E4B0C-635E-46F8-AD50-DB8AA90EBB38}" sibTransId="{BB92C183-07E1-4959-B547-7D6BE0B09C65}"/>
    <dgm:cxn modelId="{42A8017F-69D3-4A50-B5C1-F64AE1B5669F}" type="presOf" srcId="{A6001583-F792-4DF6-A466-D78286FF30CD}" destId="{D4E16D46-7302-47E4-84B1-0C671F90E509}" srcOrd="0" destOrd="0" presId="urn:microsoft.com/office/officeart/2005/8/layout/orgChart1"/>
    <dgm:cxn modelId="{304BE59A-3A1B-4BC4-A912-57228C9C0FA7}" type="presOf" srcId="{45BDD70B-239C-4543-A6EF-D50EAA186134}" destId="{9F934D81-6A2A-4CF7-AEB3-7DD867162E02}" srcOrd="1" destOrd="0" presId="urn:microsoft.com/office/officeart/2005/8/layout/orgChart1"/>
    <dgm:cxn modelId="{47DA659C-A751-4859-A7A2-932A360BDCFA}" type="presOf" srcId="{CE4DFBAB-0D3B-4173-B55F-A7B32A79C53F}" destId="{E83DA6E3-616E-4FB1-99CE-7F825B4AAB04}" srcOrd="1" destOrd="0" presId="urn:microsoft.com/office/officeart/2005/8/layout/orgChart1"/>
    <dgm:cxn modelId="{613686A1-EF8E-41B3-93AC-D87D7008B524}" type="presOf" srcId="{064E4B0C-635E-46F8-AD50-DB8AA90EBB38}" destId="{D3A9115A-FE9B-4134-B57F-76FC80C346AE}" srcOrd="0" destOrd="0" presId="urn:microsoft.com/office/officeart/2005/8/layout/orgChart1"/>
    <dgm:cxn modelId="{359C2CA5-CE75-4275-B9E5-1EBB1D74051C}" type="presOf" srcId="{AF87E0AC-6384-42CE-BC79-A7ED886832C6}" destId="{B5F392A1-ADCB-4076-B376-343F47726E50}" srcOrd="0" destOrd="0" presId="urn:microsoft.com/office/officeart/2005/8/layout/orgChart1"/>
    <dgm:cxn modelId="{4EF540AB-388E-4F33-A706-534E33EA3258}" type="presOf" srcId="{1967E624-2503-4DB1-9460-E24544E22F45}" destId="{A8B8F9D1-15E3-4358-92EA-63BB25CA442C}" srcOrd="0" destOrd="0" presId="urn:microsoft.com/office/officeart/2005/8/layout/orgChart1"/>
    <dgm:cxn modelId="{032175AF-516E-4208-B802-117D48BBBFA5}" type="presOf" srcId="{D2CCB1A8-6FB5-4A14-8627-74D8F795607A}" destId="{2A78F5C0-8901-4D0F-B402-F095A290AE7B}" srcOrd="0" destOrd="0" presId="urn:microsoft.com/office/officeart/2005/8/layout/orgChart1"/>
    <dgm:cxn modelId="{DEAF29C8-718D-4735-8FAF-7B5E1E0D3FE9}" srcId="{45BDD70B-239C-4543-A6EF-D50EAA186134}" destId="{CE4DFBAB-0D3B-4173-B55F-A7B32A79C53F}" srcOrd="0" destOrd="0" parTransId="{AF87E0AC-6384-42CE-BC79-A7ED886832C6}" sibTransId="{58C7EFFC-2461-4FAE-A966-42E400FDF51E}"/>
    <dgm:cxn modelId="{DD8930CA-8882-44AE-BFBC-AA947AB60E8E}" srcId="{9767C63B-2150-40FF-A72A-E7231BDFEF9F}" destId="{8DBA315C-57BE-4A19-8C4C-6FF1A085D3AD}" srcOrd="0" destOrd="0" parTransId="{BFBAFB4D-8A7C-4857-8CA5-C7F56D16B2E8}" sibTransId="{903BA511-5DA4-4AD1-B788-ABF46568F82B}"/>
    <dgm:cxn modelId="{8B3798DC-0F5F-4597-9EB1-F8605208FD03}" type="presOf" srcId="{83BEA114-A7DB-4C4B-8243-6A055FC56822}" destId="{8A57761D-7359-4400-A5D7-D109B2221A97}" srcOrd="1" destOrd="0" presId="urn:microsoft.com/office/officeart/2005/8/layout/orgChart1"/>
    <dgm:cxn modelId="{F3A965DF-FF01-4FFD-B148-740B6326C5E7}" type="presOf" srcId="{5144FCA6-BAFE-493A-BA57-8AC5DB769F11}" destId="{311B5DF9-ED51-4320-B92E-FFE2FAD42B15}" srcOrd="0" destOrd="0" presId="urn:microsoft.com/office/officeart/2005/8/layout/orgChart1"/>
    <dgm:cxn modelId="{FB3A76E0-5656-4270-A2C0-F49DA7265B2A}" type="presOf" srcId="{9767C63B-2150-40FF-A72A-E7231BDFEF9F}" destId="{7FD438BA-34B8-446E-A944-9E2B8CA7F4AD}" srcOrd="1" destOrd="0" presId="urn:microsoft.com/office/officeart/2005/8/layout/orgChart1"/>
    <dgm:cxn modelId="{69B353E2-C2EC-4FFA-9F57-CA11FADE308D}" type="presOf" srcId="{CE4DFBAB-0D3B-4173-B55F-A7B32A79C53F}" destId="{368105C3-8FEF-48CD-89F7-1B2579ED09D1}" srcOrd="0" destOrd="0" presId="urn:microsoft.com/office/officeart/2005/8/layout/orgChart1"/>
    <dgm:cxn modelId="{F6CA46F0-F660-418E-A260-23CF5863D34E}" type="presOf" srcId="{83BEA114-A7DB-4C4B-8243-6A055FC56822}" destId="{0024C10D-1B9B-43E4-8654-5CA9721B19AD}" srcOrd="0" destOrd="0" presId="urn:microsoft.com/office/officeart/2005/8/layout/orgChart1"/>
    <dgm:cxn modelId="{DAB0E9FE-C5F1-40AA-A988-FED73D8DB97B}" srcId="{D2CCB1A8-6FB5-4A14-8627-74D8F795607A}" destId="{83BEA114-A7DB-4C4B-8243-6A055FC56822}" srcOrd="0" destOrd="0" parTransId="{C0EAA260-49C2-413A-B44A-CEF0AB554758}" sibTransId="{246BEC4D-7A2C-4CC7-917E-B630A5290276}"/>
    <dgm:cxn modelId="{11FC6358-3387-44C2-AA52-2258662E3DD9}" type="presParOf" srcId="{2A78F5C0-8901-4D0F-B402-F095A290AE7B}" destId="{4221BB3E-DAB7-40F8-8815-8A4D2F5B7C9E}" srcOrd="0" destOrd="0" presId="urn:microsoft.com/office/officeart/2005/8/layout/orgChart1"/>
    <dgm:cxn modelId="{10230022-6198-45F4-A564-A283C166959B}" type="presParOf" srcId="{4221BB3E-DAB7-40F8-8815-8A4D2F5B7C9E}" destId="{0E43D4EB-B401-4CCD-AF39-74F223D4E828}" srcOrd="0" destOrd="0" presId="urn:microsoft.com/office/officeart/2005/8/layout/orgChart1"/>
    <dgm:cxn modelId="{4F88D493-BE98-42D8-9ECE-40313C2997D2}" type="presParOf" srcId="{0E43D4EB-B401-4CCD-AF39-74F223D4E828}" destId="{0024C10D-1B9B-43E4-8654-5CA9721B19AD}" srcOrd="0" destOrd="0" presId="urn:microsoft.com/office/officeart/2005/8/layout/orgChart1"/>
    <dgm:cxn modelId="{2197C713-9C97-47C8-A5DD-C87C540CEF6D}" type="presParOf" srcId="{0E43D4EB-B401-4CCD-AF39-74F223D4E828}" destId="{8A57761D-7359-4400-A5D7-D109B2221A97}" srcOrd="1" destOrd="0" presId="urn:microsoft.com/office/officeart/2005/8/layout/orgChart1"/>
    <dgm:cxn modelId="{2E6E1DD1-060C-4CB3-A809-0BA908BE0A79}" type="presParOf" srcId="{4221BB3E-DAB7-40F8-8815-8A4D2F5B7C9E}" destId="{F63EF453-D324-4A85-8A6E-A0F01A9E9D7D}" srcOrd="1" destOrd="0" presId="urn:microsoft.com/office/officeart/2005/8/layout/orgChart1"/>
    <dgm:cxn modelId="{817B8374-CE37-4FFC-B34A-EB41FF6EAF55}" type="presParOf" srcId="{F63EF453-D324-4A85-8A6E-A0F01A9E9D7D}" destId="{F5E35988-5E09-48C1-9261-3C26463CDD9F}" srcOrd="0" destOrd="0" presId="urn:microsoft.com/office/officeart/2005/8/layout/orgChart1"/>
    <dgm:cxn modelId="{F618863E-3F9B-46DD-AD5C-ECEFA221618A}" type="presParOf" srcId="{F63EF453-D324-4A85-8A6E-A0F01A9E9D7D}" destId="{35727417-EE10-47D9-91B7-0C4505C8E38F}" srcOrd="1" destOrd="0" presId="urn:microsoft.com/office/officeart/2005/8/layout/orgChart1"/>
    <dgm:cxn modelId="{8AF312B9-AAB5-47CD-B2AF-2F66383EC382}" type="presParOf" srcId="{35727417-EE10-47D9-91B7-0C4505C8E38F}" destId="{D1EA6D5E-1A9D-48F7-A834-8B24613FE92D}" srcOrd="0" destOrd="0" presId="urn:microsoft.com/office/officeart/2005/8/layout/orgChart1"/>
    <dgm:cxn modelId="{7F81A9FD-2B04-4001-BCED-61E8121B090A}" type="presParOf" srcId="{D1EA6D5E-1A9D-48F7-A834-8B24613FE92D}" destId="{3642C4E9-582E-485D-B5C5-BCB5F0D8018D}" srcOrd="0" destOrd="0" presId="urn:microsoft.com/office/officeart/2005/8/layout/orgChart1"/>
    <dgm:cxn modelId="{747BADE9-F8C2-4E11-94E5-8B0FEB6705ED}" type="presParOf" srcId="{D1EA6D5E-1A9D-48F7-A834-8B24613FE92D}" destId="{9F934D81-6A2A-4CF7-AEB3-7DD867162E02}" srcOrd="1" destOrd="0" presId="urn:microsoft.com/office/officeart/2005/8/layout/orgChart1"/>
    <dgm:cxn modelId="{CF69B206-5446-423E-98E9-2732CF49F896}" type="presParOf" srcId="{35727417-EE10-47D9-91B7-0C4505C8E38F}" destId="{ABE15ED6-0F3C-46EB-91AF-B6971FF64B8A}" srcOrd="1" destOrd="0" presId="urn:microsoft.com/office/officeart/2005/8/layout/orgChart1"/>
    <dgm:cxn modelId="{9D2ACAE8-D922-4E70-B6DE-12CF1A12CDAD}" type="presParOf" srcId="{ABE15ED6-0F3C-46EB-91AF-B6971FF64B8A}" destId="{B5F392A1-ADCB-4076-B376-343F47726E50}" srcOrd="0" destOrd="0" presId="urn:microsoft.com/office/officeart/2005/8/layout/orgChart1"/>
    <dgm:cxn modelId="{9395094C-3019-4178-AC70-85C2B7073263}" type="presParOf" srcId="{ABE15ED6-0F3C-46EB-91AF-B6971FF64B8A}" destId="{17590F7B-8D87-4660-A8DB-2E92659B8ED9}" srcOrd="1" destOrd="0" presId="urn:microsoft.com/office/officeart/2005/8/layout/orgChart1"/>
    <dgm:cxn modelId="{CE76C929-C5AF-4116-9550-A7D5024DA307}" type="presParOf" srcId="{17590F7B-8D87-4660-A8DB-2E92659B8ED9}" destId="{B5E0F7C9-A217-4F9B-845D-B6DCAA67673C}" srcOrd="0" destOrd="0" presId="urn:microsoft.com/office/officeart/2005/8/layout/orgChart1"/>
    <dgm:cxn modelId="{3C7E4AD9-A470-4D58-90E6-95A4D9AB1C7C}" type="presParOf" srcId="{B5E0F7C9-A217-4F9B-845D-B6DCAA67673C}" destId="{368105C3-8FEF-48CD-89F7-1B2579ED09D1}" srcOrd="0" destOrd="0" presId="urn:microsoft.com/office/officeart/2005/8/layout/orgChart1"/>
    <dgm:cxn modelId="{809B514F-DBD8-46CB-8920-5D0A3B9CD1F6}" type="presParOf" srcId="{B5E0F7C9-A217-4F9B-845D-B6DCAA67673C}" destId="{E83DA6E3-616E-4FB1-99CE-7F825B4AAB04}" srcOrd="1" destOrd="0" presId="urn:microsoft.com/office/officeart/2005/8/layout/orgChart1"/>
    <dgm:cxn modelId="{144FC47C-D338-4139-8044-4B5684929013}" type="presParOf" srcId="{17590F7B-8D87-4660-A8DB-2E92659B8ED9}" destId="{66BD1769-7463-4039-94E3-DCD68997DAD6}" srcOrd="1" destOrd="0" presId="urn:microsoft.com/office/officeart/2005/8/layout/orgChart1"/>
    <dgm:cxn modelId="{A55F40AF-D010-4865-969A-D25F66594A4A}" type="presParOf" srcId="{66BD1769-7463-4039-94E3-DCD68997DAD6}" destId="{D3A9115A-FE9B-4134-B57F-76FC80C346AE}" srcOrd="0" destOrd="0" presId="urn:microsoft.com/office/officeart/2005/8/layout/orgChart1"/>
    <dgm:cxn modelId="{8A288D76-5034-42A2-8F1D-599C4F6F4F5F}" type="presParOf" srcId="{66BD1769-7463-4039-94E3-DCD68997DAD6}" destId="{7A563E03-41AE-4C38-81B3-428BAA10FBE6}" srcOrd="1" destOrd="0" presId="urn:microsoft.com/office/officeart/2005/8/layout/orgChart1"/>
    <dgm:cxn modelId="{696953FF-14AF-40F0-99EA-314763A47AD4}" type="presParOf" srcId="{7A563E03-41AE-4C38-81B3-428BAA10FBE6}" destId="{EEDAC5FE-E168-473A-AAD1-9DC94F780003}" srcOrd="0" destOrd="0" presId="urn:microsoft.com/office/officeart/2005/8/layout/orgChart1"/>
    <dgm:cxn modelId="{C8022183-79CF-4846-A674-DBC00EF99442}" type="presParOf" srcId="{EEDAC5FE-E168-473A-AAD1-9DC94F780003}" destId="{311B5DF9-ED51-4320-B92E-FFE2FAD42B15}" srcOrd="0" destOrd="0" presId="urn:microsoft.com/office/officeart/2005/8/layout/orgChart1"/>
    <dgm:cxn modelId="{3D6C4C5B-AE90-4DFE-9CFA-09E434A71C8F}" type="presParOf" srcId="{EEDAC5FE-E168-473A-AAD1-9DC94F780003}" destId="{94DB434F-4D59-4572-91E9-58415D8A927D}" srcOrd="1" destOrd="0" presId="urn:microsoft.com/office/officeart/2005/8/layout/orgChart1"/>
    <dgm:cxn modelId="{64441F3B-E2A2-4F7B-A452-0EF912654A2A}" type="presParOf" srcId="{7A563E03-41AE-4C38-81B3-428BAA10FBE6}" destId="{C74B137F-DF85-4AD8-8BB1-D6D3A61ABAF5}" srcOrd="1" destOrd="0" presId="urn:microsoft.com/office/officeart/2005/8/layout/orgChart1"/>
    <dgm:cxn modelId="{D48C8C40-ECB5-44CC-9AEF-AFAF400E6EC0}" type="presParOf" srcId="{7A563E03-41AE-4C38-81B3-428BAA10FBE6}" destId="{06E5FC91-0A14-488E-81A1-4CC48AA95DAA}" srcOrd="2" destOrd="0" presId="urn:microsoft.com/office/officeart/2005/8/layout/orgChart1"/>
    <dgm:cxn modelId="{54D4F78F-FFFA-4FDB-99F6-C540E265C1A5}" type="presParOf" srcId="{66BD1769-7463-4039-94E3-DCD68997DAD6}" destId="{3C604979-D496-4C66-BB5D-EDB0F883D8B0}" srcOrd="2" destOrd="0" presId="urn:microsoft.com/office/officeart/2005/8/layout/orgChart1"/>
    <dgm:cxn modelId="{B8FE91A6-403F-47CB-841D-449715E89C42}" type="presParOf" srcId="{66BD1769-7463-4039-94E3-DCD68997DAD6}" destId="{853F28EA-D46B-43E5-99AF-AE14CE1A4B6F}" srcOrd="3" destOrd="0" presId="urn:microsoft.com/office/officeart/2005/8/layout/orgChart1"/>
    <dgm:cxn modelId="{38DE75DC-3E9F-4873-973B-FC16E73E8CD3}" type="presParOf" srcId="{853F28EA-D46B-43E5-99AF-AE14CE1A4B6F}" destId="{DF7E9241-D43D-4CB1-A36D-8D308180EF35}" srcOrd="0" destOrd="0" presId="urn:microsoft.com/office/officeart/2005/8/layout/orgChart1"/>
    <dgm:cxn modelId="{8212FA85-3D6D-4304-8DA1-31EDE2B77BFF}" type="presParOf" srcId="{DF7E9241-D43D-4CB1-A36D-8D308180EF35}" destId="{D97648B8-8576-4A63-A372-747A51374D4C}" srcOrd="0" destOrd="0" presId="urn:microsoft.com/office/officeart/2005/8/layout/orgChart1"/>
    <dgm:cxn modelId="{1B6AFF4F-00DE-4636-87CE-2039662EA875}" type="presParOf" srcId="{DF7E9241-D43D-4CB1-A36D-8D308180EF35}" destId="{7FD438BA-34B8-446E-A944-9E2B8CA7F4AD}" srcOrd="1" destOrd="0" presId="urn:microsoft.com/office/officeart/2005/8/layout/orgChart1"/>
    <dgm:cxn modelId="{3F866C6A-B467-4A52-88DC-B4415FCD16DF}" type="presParOf" srcId="{853F28EA-D46B-43E5-99AF-AE14CE1A4B6F}" destId="{AB3ABC93-1531-4326-A79F-4AC99A6DA046}" srcOrd="1" destOrd="0" presId="urn:microsoft.com/office/officeart/2005/8/layout/orgChart1"/>
    <dgm:cxn modelId="{B6BF330D-7771-4A07-9FC8-826018ED491D}" type="presParOf" srcId="{AB3ABC93-1531-4326-A79F-4AC99A6DA046}" destId="{F34FE232-1972-442A-A4C7-90711504C46E}" srcOrd="0" destOrd="0" presId="urn:microsoft.com/office/officeart/2005/8/layout/orgChart1"/>
    <dgm:cxn modelId="{AA3B133F-9C18-450D-928C-F4F3186329D8}" type="presParOf" srcId="{AB3ABC93-1531-4326-A79F-4AC99A6DA046}" destId="{8AFFC329-27CE-448B-8F6E-1163C8D037CA}" srcOrd="1" destOrd="0" presId="urn:microsoft.com/office/officeart/2005/8/layout/orgChart1"/>
    <dgm:cxn modelId="{6172F49D-A10E-45DD-BE9B-7DCDE22CC063}" type="presParOf" srcId="{8AFFC329-27CE-448B-8F6E-1163C8D037CA}" destId="{DBFD0568-5C74-4845-B7CD-3A4E70B62510}" srcOrd="0" destOrd="0" presId="urn:microsoft.com/office/officeart/2005/8/layout/orgChart1"/>
    <dgm:cxn modelId="{865A671E-623F-430A-A4D2-BCE94B272096}" type="presParOf" srcId="{DBFD0568-5C74-4845-B7CD-3A4E70B62510}" destId="{15201866-F060-4EF7-8DFC-B2FD2C09C999}" srcOrd="0" destOrd="0" presId="urn:microsoft.com/office/officeart/2005/8/layout/orgChart1"/>
    <dgm:cxn modelId="{3E2AD823-4D31-4740-A91D-9E03E7F7A830}" type="presParOf" srcId="{DBFD0568-5C74-4845-B7CD-3A4E70B62510}" destId="{D66EC387-5C93-450A-8435-71D3B100E9C6}" srcOrd="1" destOrd="0" presId="urn:microsoft.com/office/officeart/2005/8/layout/orgChart1"/>
    <dgm:cxn modelId="{2CE201C8-4DD6-4D99-B08C-9DCFE3954C51}" type="presParOf" srcId="{8AFFC329-27CE-448B-8F6E-1163C8D037CA}" destId="{9A34F5AA-39FE-4B63-8F85-FFA195955284}" srcOrd="1" destOrd="0" presId="urn:microsoft.com/office/officeart/2005/8/layout/orgChart1"/>
    <dgm:cxn modelId="{FED5E5B3-C2D7-49BA-9C24-06F27CA25D17}" type="presParOf" srcId="{9A34F5AA-39FE-4B63-8F85-FFA195955284}" destId="{A8B8F9D1-15E3-4358-92EA-63BB25CA442C}" srcOrd="0" destOrd="0" presId="urn:microsoft.com/office/officeart/2005/8/layout/orgChart1"/>
    <dgm:cxn modelId="{6DCC51A4-33F5-42FF-B88B-7C977985FC20}" type="presParOf" srcId="{9A34F5AA-39FE-4B63-8F85-FFA195955284}" destId="{2BBA1B7B-7E62-4B1E-AAD2-3E8D08EB2E51}" srcOrd="1" destOrd="0" presId="urn:microsoft.com/office/officeart/2005/8/layout/orgChart1"/>
    <dgm:cxn modelId="{D4D6AD18-BB76-4FCD-82B5-F7EA1B06B585}" type="presParOf" srcId="{2BBA1B7B-7E62-4B1E-AAD2-3E8D08EB2E51}" destId="{B19F9739-7C71-4EC0-8ED4-0745E79E953E}" srcOrd="0" destOrd="0" presId="urn:microsoft.com/office/officeart/2005/8/layout/orgChart1"/>
    <dgm:cxn modelId="{5CA077BF-10C2-4F9C-AA59-24FD8B6B0D5A}" type="presParOf" srcId="{B19F9739-7C71-4EC0-8ED4-0745E79E953E}" destId="{D4E16D46-7302-47E4-84B1-0C671F90E509}" srcOrd="0" destOrd="0" presId="urn:microsoft.com/office/officeart/2005/8/layout/orgChart1"/>
    <dgm:cxn modelId="{0B6374BB-DA6F-4259-A8BF-529F1D22BF7F}" type="presParOf" srcId="{B19F9739-7C71-4EC0-8ED4-0745E79E953E}" destId="{FCA08AFD-0247-41AD-A747-6724AC93B091}" srcOrd="1" destOrd="0" presId="urn:microsoft.com/office/officeart/2005/8/layout/orgChart1"/>
    <dgm:cxn modelId="{BB0AD846-049F-48AA-BBB7-F644C19C79D8}" type="presParOf" srcId="{2BBA1B7B-7E62-4B1E-AAD2-3E8D08EB2E51}" destId="{C80F2384-3080-4504-87BE-D008A39AF20B}" srcOrd="1" destOrd="0" presId="urn:microsoft.com/office/officeart/2005/8/layout/orgChart1"/>
    <dgm:cxn modelId="{2466F308-75FB-4777-852C-CC40A3140419}" type="presParOf" srcId="{2BBA1B7B-7E62-4B1E-AAD2-3E8D08EB2E51}" destId="{18152ED3-98B0-4C94-9D07-235DFC27F506}" srcOrd="2" destOrd="0" presId="urn:microsoft.com/office/officeart/2005/8/layout/orgChart1"/>
    <dgm:cxn modelId="{808E8A4E-230C-4B3B-BDA8-789AB464CD3A}" type="presParOf" srcId="{8AFFC329-27CE-448B-8F6E-1163C8D037CA}" destId="{5E0D989C-D5AB-4D1B-BB25-C60A062B6F0D}" srcOrd="2" destOrd="0" presId="urn:microsoft.com/office/officeart/2005/8/layout/orgChart1"/>
    <dgm:cxn modelId="{56729A6C-3996-4412-A89E-0B18CDDD274C}" type="presParOf" srcId="{853F28EA-D46B-43E5-99AF-AE14CE1A4B6F}" destId="{67BEF20C-983F-4AD6-A94E-E4E254637F13}" srcOrd="2" destOrd="0" presId="urn:microsoft.com/office/officeart/2005/8/layout/orgChart1"/>
    <dgm:cxn modelId="{B9191643-0879-4AD5-9170-B530C386A7BE}" type="presParOf" srcId="{17590F7B-8D87-4660-A8DB-2E92659B8ED9}" destId="{0601F38B-AFEB-4CB7-A4E6-886835BE7ACA}" srcOrd="2" destOrd="0" presId="urn:microsoft.com/office/officeart/2005/8/layout/orgChart1"/>
    <dgm:cxn modelId="{EEC4B815-A0BB-4C4A-94B5-14E0B8FDB4B9}" type="presParOf" srcId="{35727417-EE10-47D9-91B7-0C4505C8E38F}" destId="{F60C28C6-66DF-4988-9856-133286090F2E}" srcOrd="2" destOrd="0" presId="urn:microsoft.com/office/officeart/2005/8/layout/orgChart1"/>
    <dgm:cxn modelId="{1A9D0FE7-1617-418E-9DB9-6BC08E9775D7}" type="presParOf" srcId="{4221BB3E-DAB7-40F8-8815-8A4D2F5B7C9E}" destId="{CEC8FF98-3F41-4C8C-8AAC-CE984AB68FD9}"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73F225-C982-442B-B8DB-8FE9AA89963C}">
      <dsp:nvSpPr>
        <dsp:cNvPr id="0" name=""/>
        <dsp:cNvSpPr/>
      </dsp:nvSpPr>
      <dsp:spPr>
        <a:xfrm>
          <a:off x="0" y="1808"/>
          <a:ext cx="6245265" cy="770445"/>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5CA7B57-8477-4F7A-ACB5-3CBCF14B9539}">
      <dsp:nvSpPr>
        <dsp:cNvPr id="0" name=""/>
        <dsp:cNvSpPr/>
      </dsp:nvSpPr>
      <dsp:spPr>
        <a:xfrm>
          <a:off x="233059" y="175158"/>
          <a:ext cx="423745" cy="42374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06F4353-21F2-4611-9E73-832B6C252311}">
      <dsp:nvSpPr>
        <dsp:cNvPr id="0" name=""/>
        <dsp:cNvSpPr/>
      </dsp:nvSpPr>
      <dsp:spPr>
        <a:xfrm>
          <a:off x="889864" y="1808"/>
          <a:ext cx="5355400" cy="7704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539" tIns="81539" rIns="81539" bIns="81539" numCol="1" spcCol="1270" anchor="ctr" anchorCtr="0">
          <a:noAutofit/>
        </a:bodyPr>
        <a:lstStyle/>
        <a:p>
          <a:pPr marL="0" lvl="0" indent="0" algn="l" defTabSz="666750">
            <a:lnSpc>
              <a:spcPct val="100000"/>
            </a:lnSpc>
            <a:spcBef>
              <a:spcPct val="0"/>
            </a:spcBef>
            <a:spcAft>
              <a:spcPct val="35000"/>
            </a:spcAft>
            <a:buNone/>
          </a:pPr>
          <a:r>
            <a:rPr lang="en-IN" sz="1500" kern="1200" dirty="0"/>
            <a:t>Students have to manage marks, assignments, deadlines and study topics during their ongoing semester. </a:t>
          </a:r>
          <a:endParaRPr lang="en-US" sz="1500" kern="1200" dirty="0"/>
        </a:p>
      </dsp:txBody>
      <dsp:txXfrm>
        <a:off x="889864" y="1808"/>
        <a:ext cx="5355400" cy="770445"/>
      </dsp:txXfrm>
    </dsp:sp>
    <dsp:sp modelId="{BE5AA46A-F133-438F-8B8C-D4B3A418F52F}">
      <dsp:nvSpPr>
        <dsp:cNvPr id="0" name=""/>
        <dsp:cNvSpPr/>
      </dsp:nvSpPr>
      <dsp:spPr>
        <a:xfrm>
          <a:off x="0" y="964865"/>
          <a:ext cx="6245265" cy="770445"/>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157BB1E-8EBC-45F5-92A6-B6479163C8D5}">
      <dsp:nvSpPr>
        <dsp:cNvPr id="0" name=""/>
        <dsp:cNvSpPr/>
      </dsp:nvSpPr>
      <dsp:spPr>
        <a:xfrm>
          <a:off x="233059" y="1138215"/>
          <a:ext cx="423745" cy="42374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D4788FA-C928-44D1-B795-5F9679BAADE6}">
      <dsp:nvSpPr>
        <dsp:cNvPr id="0" name=""/>
        <dsp:cNvSpPr/>
      </dsp:nvSpPr>
      <dsp:spPr>
        <a:xfrm>
          <a:off x="889864" y="964865"/>
          <a:ext cx="5355400" cy="7704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539" tIns="81539" rIns="81539" bIns="81539" numCol="1" spcCol="1270" anchor="ctr" anchorCtr="0">
          <a:noAutofit/>
        </a:bodyPr>
        <a:lstStyle/>
        <a:p>
          <a:pPr marL="0" lvl="0" indent="0" algn="l" defTabSz="666750">
            <a:lnSpc>
              <a:spcPct val="100000"/>
            </a:lnSpc>
            <a:spcBef>
              <a:spcPct val="0"/>
            </a:spcBef>
            <a:spcAft>
              <a:spcPct val="35000"/>
            </a:spcAft>
            <a:buNone/>
          </a:pPr>
          <a:r>
            <a:rPr lang="en-IN" sz="1500" kern="1200" dirty="0"/>
            <a:t>This information is often maintained separately in notebooks, ERP , class </a:t>
          </a:r>
          <a:r>
            <a:rPr lang="en-IN" sz="1500" kern="1200" dirty="0" err="1"/>
            <a:t>whatsapp</a:t>
          </a:r>
          <a:r>
            <a:rPr lang="en-IN" sz="1500" kern="1200" dirty="0"/>
            <a:t> groups or other applications. </a:t>
          </a:r>
          <a:endParaRPr lang="en-US" sz="1500" kern="1200" dirty="0"/>
        </a:p>
      </dsp:txBody>
      <dsp:txXfrm>
        <a:off x="889864" y="964865"/>
        <a:ext cx="5355400" cy="770445"/>
      </dsp:txXfrm>
    </dsp:sp>
    <dsp:sp modelId="{E62EA0A3-62C3-47DE-8AEF-EBC0A2558A0C}">
      <dsp:nvSpPr>
        <dsp:cNvPr id="0" name=""/>
        <dsp:cNvSpPr/>
      </dsp:nvSpPr>
      <dsp:spPr>
        <a:xfrm>
          <a:off x="0" y="1927922"/>
          <a:ext cx="6245265" cy="770445"/>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2B48D99-EC28-42F3-BC3F-D2ABFCB2CE25}">
      <dsp:nvSpPr>
        <dsp:cNvPr id="0" name=""/>
        <dsp:cNvSpPr/>
      </dsp:nvSpPr>
      <dsp:spPr>
        <a:xfrm>
          <a:off x="233059" y="2101272"/>
          <a:ext cx="423745" cy="42374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74DF2DE-993B-489E-A8F0-878EBEAF2E62}">
      <dsp:nvSpPr>
        <dsp:cNvPr id="0" name=""/>
        <dsp:cNvSpPr/>
      </dsp:nvSpPr>
      <dsp:spPr>
        <a:xfrm>
          <a:off x="889864" y="1927922"/>
          <a:ext cx="5355400" cy="7704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539" tIns="81539" rIns="81539" bIns="81539" numCol="1" spcCol="1270" anchor="ctr" anchorCtr="0">
          <a:noAutofit/>
        </a:bodyPr>
        <a:lstStyle/>
        <a:p>
          <a:pPr marL="0" lvl="0" indent="0" algn="l" defTabSz="666750">
            <a:lnSpc>
              <a:spcPct val="100000"/>
            </a:lnSpc>
            <a:spcBef>
              <a:spcPct val="0"/>
            </a:spcBef>
            <a:spcAft>
              <a:spcPct val="35000"/>
            </a:spcAft>
            <a:buNone/>
          </a:pPr>
          <a:r>
            <a:rPr lang="en-IN" sz="1500" kern="1200" dirty="0"/>
            <a:t>It can become difficult to decide which subject needs more attention and which task should be completed first. </a:t>
          </a:r>
          <a:endParaRPr lang="en-US" sz="1500" kern="1200" dirty="0"/>
        </a:p>
      </dsp:txBody>
      <dsp:txXfrm>
        <a:off x="889864" y="1927922"/>
        <a:ext cx="5355400" cy="770445"/>
      </dsp:txXfrm>
    </dsp:sp>
    <dsp:sp modelId="{1068FD17-4F22-4677-A8E3-B9AE0E3D152F}">
      <dsp:nvSpPr>
        <dsp:cNvPr id="0" name=""/>
        <dsp:cNvSpPr/>
      </dsp:nvSpPr>
      <dsp:spPr>
        <a:xfrm>
          <a:off x="0" y="2890979"/>
          <a:ext cx="6245265" cy="770445"/>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E78C7DD-38F0-4980-8A55-26953EF0D5CF}">
      <dsp:nvSpPr>
        <dsp:cNvPr id="0" name=""/>
        <dsp:cNvSpPr/>
      </dsp:nvSpPr>
      <dsp:spPr>
        <a:xfrm>
          <a:off x="233059" y="3064329"/>
          <a:ext cx="423745" cy="42374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65F1BE8-243B-4975-80DE-BE98A1F76313}">
      <dsp:nvSpPr>
        <dsp:cNvPr id="0" name=""/>
        <dsp:cNvSpPr/>
      </dsp:nvSpPr>
      <dsp:spPr>
        <a:xfrm>
          <a:off x="889864" y="2890979"/>
          <a:ext cx="5355400" cy="7704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539" tIns="81539" rIns="81539" bIns="81539" numCol="1" spcCol="1270" anchor="ctr" anchorCtr="0">
          <a:noAutofit/>
        </a:bodyPr>
        <a:lstStyle/>
        <a:p>
          <a:pPr marL="0" lvl="0" indent="0" algn="l" defTabSz="666750">
            <a:lnSpc>
              <a:spcPct val="100000"/>
            </a:lnSpc>
            <a:spcBef>
              <a:spcPct val="0"/>
            </a:spcBef>
            <a:spcAft>
              <a:spcPct val="35000"/>
            </a:spcAft>
            <a:buNone/>
          </a:pPr>
          <a:r>
            <a:rPr lang="en-IN" sz="1500" kern="1200" dirty="0"/>
            <a:t>Our project brings all these activities together in one system. </a:t>
          </a:r>
          <a:endParaRPr lang="en-US" sz="1500" kern="1200" dirty="0"/>
        </a:p>
      </dsp:txBody>
      <dsp:txXfrm>
        <a:off x="889864" y="2890979"/>
        <a:ext cx="5355400" cy="770445"/>
      </dsp:txXfrm>
    </dsp:sp>
    <dsp:sp modelId="{04ECDE5C-1FE7-4E55-9FA2-62D7401F1930}">
      <dsp:nvSpPr>
        <dsp:cNvPr id="0" name=""/>
        <dsp:cNvSpPr/>
      </dsp:nvSpPr>
      <dsp:spPr>
        <a:xfrm>
          <a:off x="0" y="3854036"/>
          <a:ext cx="6245265" cy="770445"/>
        </a:xfrm>
        <a:prstGeom prst="roundRect">
          <a:avLst>
            <a:gd name="adj" fmla="val 1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F84FA81-32B0-4EB6-B172-7322C93CF211}">
      <dsp:nvSpPr>
        <dsp:cNvPr id="0" name=""/>
        <dsp:cNvSpPr/>
      </dsp:nvSpPr>
      <dsp:spPr>
        <a:xfrm>
          <a:off x="233059" y="4027386"/>
          <a:ext cx="423745" cy="42374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1736949-A77D-491F-8F65-88981FFE52FE}">
      <dsp:nvSpPr>
        <dsp:cNvPr id="0" name=""/>
        <dsp:cNvSpPr/>
      </dsp:nvSpPr>
      <dsp:spPr>
        <a:xfrm>
          <a:off x="889864" y="3854036"/>
          <a:ext cx="5355400" cy="7704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539" tIns="81539" rIns="81539" bIns="81539" numCol="1" spcCol="1270" anchor="ctr" anchorCtr="0">
          <a:noAutofit/>
        </a:bodyPr>
        <a:lstStyle/>
        <a:p>
          <a:pPr marL="0" lvl="0" indent="0" algn="l" defTabSz="666750">
            <a:lnSpc>
              <a:spcPct val="100000"/>
            </a:lnSpc>
            <a:spcBef>
              <a:spcPct val="0"/>
            </a:spcBef>
            <a:spcAft>
              <a:spcPct val="35000"/>
            </a:spcAft>
            <a:buNone/>
          </a:pPr>
          <a:r>
            <a:rPr lang="en-IN" sz="1500" kern="1200" dirty="0"/>
            <a:t>The system uses </a:t>
          </a:r>
          <a:r>
            <a:rPr lang="en-IN" sz="1500" b="1" kern="1200" dirty="0"/>
            <a:t>Data Structures and Algorithms in C</a:t>
          </a:r>
          <a:r>
            <a:rPr lang="en-IN" sz="1500" kern="1200" dirty="0"/>
            <a:t> to organize and process academic information. </a:t>
          </a:r>
          <a:endParaRPr lang="en-US" sz="1500" kern="1200" dirty="0"/>
        </a:p>
      </dsp:txBody>
      <dsp:txXfrm>
        <a:off x="889864" y="3854036"/>
        <a:ext cx="5355400" cy="770445"/>
      </dsp:txXfrm>
    </dsp:sp>
    <dsp:sp modelId="{80BB11A0-2DAB-4ABF-8DEF-80BF7121AB48}">
      <dsp:nvSpPr>
        <dsp:cNvPr id="0" name=""/>
        <dsp:cNvSpPr/>
      </dsp:nvSpPr>
      <dsp:spPr>
        <a:xfrm>
          <a:off x="0" y="4817093"/>
          <a:ext cx="6245265" cy="770445"/>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21458E5-4F07-44A9-B168-144794216336}">
      <dsp:nvSpPr>
        <dsp:cNvPr id="0" name=""/>
        <dsp:cNvSpPr/>
      </dsp:nvSpPr>
      <dsp:spPr>
        <a:xfrm>
          <a:off x="233059" y="4990443"/>
          <a:ext cx="423745" cy="42374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3E7F431-0192-4BF8-978A-48F6C511E886}">
      <dsp:nvSpPr>
        <dsp:cNvPr id="0" name=""/>
        <dsp:cNvSpPr/>
      </dsp:nvSpPr>
      <dsp:spPr>
        <a:xfrm>
          <a:off x="889864" y="4817093"/>
          <a:ext cx="5355400" cy="7704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539" tIns="81539" rIns="81539" bIns="81539" numCol="1" spcCol="1270" anchor="ctr" anchorCtr="0">
          <a:noAutofit/>
        </a:bodyPr>
        <a:lstStyle/>
        <a:p>
          <a:pPr marL="0" lvl="0" indent="0" algn="l" defTabSz="666750">
            <a:lnSpc>
              <a:spcPct val="100000"/>
            </a:lnSpc>
            <a:spcBef>
              <a:spcPct val="0"/>
            </a:spcBef>
            <a:spcAft>
              <a:spcPct val="35000"/>
            </a:spcAft>
            <a:buNone/>
          </a:pPr>
          <a:r>
            <a:rPr lang="en-IN" sz="1500" kern="1200" dirty="0"/>
            <a:t>It also provides </a:t>
          </a:r>
          <a:r>
            <a:rPr lang="en-IN" sz="1500" b="1" kern="1200" dirty="0"/>
            <a:t>rule-based study recommendations</a:t>
          </a:r>
          <a:r>
            <a:rPr lang="en-IN" sz="1500" kern="1200" dirty="0"/>
            <a:t> based on marks, deadlines and topic status. </a:t>
          </a:r>
          <a:endParaRPr lang="en-US" sz="1500" kern="1200" dirty="0"/>
        </a:p>
      </dsp:txBody>
      <dsp:txXfrm>
        <a:off x="889864" y="4817093"/>
        <a:ext cx="5355400" cy="77044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F019B9-DC15-4D7F-B203-D80980FC19B4}">
      <dsp:nvSpPr>
        <dsp:cNvPr id="0" name=""/>
        <dsp:cNvSpPr/>
      </dsp:nvSpPr>
      <dsp:spPr>
        <a:xfrm>
          <a:off x="0" y="490243"/>
          <a:ext cx="1685425" cy="1011255"/>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rtl="0">
            <a:lnSpc>
              <a:spcPct val="90000"/>
            </a:lnSpc>
            <a:spcBef>
              <a:spcPct val="0"/>
            </a:spcBef>
            <a:spcAft>
              <a:spcPct val="35000"/>
            </a:spcAft>
            <a:buNone/>
          </a:pPr>
          <a:r>
            <a:rPr lang="en-IN" sz="1400" b="1" kern="1200" dirty="0">
              <a:latin typeface="Aptos Display" panose="02110004020202020204"/>
            </a:rPr>
            <a:t>Problem Statement</a:t>
          </a:r>
          <a:endParaRPr lang="en-US" sz="1400" b="0" kern="1200" dirty="0"/>
        </a:p>
      </dsp:txBody>
      <dsp:txXfrm>
        <a:off x="0" y="490243"/>
        <a:ext cx="1685425" cy="1011255"/>
      </dsp:txXfrm>
    </dsp:sp>
    <dsp:sp modelId="{7E6E4323-652B-4524-B628-6EF4452A747B}">
      <dsp:nvSpPr>
        <dsp:cNvPr id="0" name=""/>
        <dsp:cNvSpPr/>
      </dsp:nvSpPr>
      <dsp:spPr>
        <a:xfrm>
          <a:off x="1853967" y="490243"/>
          <a:ext cx="1685425" cy="1011255"/>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IN" sz="1400" kern="1200" dirty="0"/>
            <a:t>Students at present manage different academic activities separately, such as:</a:t>
          </a:r>
          <a:endParaRPr lang="en-US" sz="1400" kern="1200" dirty="0"/>
        </a:p>
      </dsp:txBody>
      <dsp:txXfrm>
        <a:off x="1853967" y="490243"/>
        <a:ext cx="1685425" cy="1011255"/>
      </dsp:txXfrm>
    </dsp:sp>
    <dsp:sp modelId="{3D01FC95-D04E-45C2-951C-A4FC7A2B8498}">
      <dsp:nvSpPr>
        <dsp:cNvPr id="0" name=""/>
        <dsp:cNvSpPr/>
      </dsp:nvSpPr>
      <dsp:spPr>
        <a:xfrm>
          <a:off x="3707935" y="490243"/>
          <a:ext cx="1685425" cy="1011255"/>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IN" sz="1400" kern="1200" dirty="0"/>
            <a:t>Subject marks and performance </a:t>
          </a:r>
          <a:endParaRPr lang="en-US" sz="1400" kern="1200" dirty="0"/>
        </a:p>
      </dsp:txBody>
      <dsp:txXfrm>
        <a:off x="3707935" y="490243"/>
        <a:ext cx="1685425" cy="1011255"/>
      </dsp:txXfrm>
    </dsp:sp>
    <dsp:sp modelId="{467484F5-AA28-400B-A8D8-D1F006C970FD}">
      <dsp:nvSpPr>
        <dsp:cNvPr id="0" name=""/>
        <dsp:cNvSpPr/>
      </dsp:nvSpPr>
      <dsp:spPr>
        <a:xfrm>
          <a:off x="0" y="1670041"/>
          <a:ext cx="1685425" cy="1011255"/>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IN" sz="1400" kern="1200" dirty="0"/>
            <a:t>Assignments and deadlines </a:t>
          </a:r>
          <a:endParaRPr lang="en-US" sz="1400" kern="1200" dirty="0"/>
        </a:p>
      </dsp:txBody>
      <dsp:txXfrm>
        <a:off x="0" y="1670041"/>
        <a:ext cx="1685425" cy="1011255"/>
      </dsp:txXfrm>
    </dsp:sp>
    <dsp:sp modelId="{D28474B1-9B11-49C8-BDFE-E3DD989FC863}">
      <dsp:nvSpPr>
        <dsp:cNvPr id="0" name=""/>
        <dsp:cNvSpPr/>
      </dsp:nvSpPr>
      <dsp:spPr>
        <a:xfrm>
          <a:off x="1853967" y="1670041"/>
          <a:ext cx="1685425" cy="1011255"/>
        </a:xfrm>
        <a:prstGeom prst="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IN" sz="1400" kern="1200" dirty="0"/>
            <a:t>Pending study tasks </a:t>
          </a:r>
          <a:endParaRPr lang="en-US" sz="1400" kern="1200" dirty="0"/>
        </a:p>
      </dsp:txBody>
      <dsp:txXfrm>
        <a:off x="1853967" y="1670041"/>
        <a:ext cx="1685425" cy="1011255"/>
      </dsp:txXfrm>
    </dsp:sp>
    <dsp:sp modelId="{2AEE4FA7-6F83-4496-8205-C54958ED35FC}">
      <dsp:nvSpPr>
        <dsp:cNvPr id="0" name=""/>
        <dsp:cNvSpPr/>
      </dsp:nvSpPr>
      <dsp:spPr>
        <a:xfrm>
          <a:off x="3707935" y="1670041"/>
          <a:ext cx="1685425" cy="1011255"/>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IN" sz="1400" kern="1200" dirty="0"/>
            <a:t>Study topics and their completion status </a:t>
          </a:r>
          <a:endParaRPr lang="en-US" sz="1400" kern="1200" dirty="0"/>
        </a:p>
      </dsp:txBody>
      <dsp:txXfrm>
        <a:off x="3707935" y="1670041"/>
        <a:ext cx="1685425" cy="1011255"/>
      </dsp:txXfrm>
    </dsp:sp>
    <dsp:sp modelId="{F102A1C2-6686-4F91-81B0-C1DB7A529303}">
      <dsp:nvSpPr>
        <dsp:cNvPr id="0" name=""/>
        <dsp:cNvSpPr/>
      </dsp:nvSpPr>
      <dsp:spPr>
        <a:xfrm>
          <a:off x="926983" y="2849839"/>
          <a:ext cx="1685425" cy="1011255"/>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IN" sz="1400" kern="1200" dirty="0"/>
            <a:t>Recently studied topics </a:t>
          </a:r>
          <a:endParaRPr lang="en-US" sz="1400" kern="1200" dirty="0"/>
        </a:p>
      </dsp:txBody>
      <dsp:txXfrm>
        <a:off x="926983" y="2849839"/>
        <a:ext cx="1685425" cy="1011255"/>
      </dsp:txXfrm>
    </dsp:sp>
    <dsp:sp modelId="{0246358C-BA0C-4BCE-B66F-4E022A23935B}">
      <dsp:nvSpPr>
        <dsp:cNvPr id="0" name=""/>
        <dsp:cNvSpPr/>
      </dsp:nvSpPr>
      <dsp:spPr>
        <a:xfrm>
          <a:off x="2780951" y="2849839"/>
          <a:ext cx="1685425" cy="1011255"/>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IN" sz="1400" kern="1200" dirty="0"/>
            <a:t>Topic prerequisites </a:t>
          </a:r>
          <a:endParaRPr lang="en-US" sz="1400" kern="1200" dirty="0"/>
        </a:p>
      </dsp:txBody>
      <dsp:txXfrm>
        <a:off x="2780951" y="2849839"/>
        <a:ext cx="1685425" cy="101125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06E7FED-24D7-40D2-B471-D16DC8DC8E27}">
      <dsp:nvSpPr>
        <dsp:cNvPr id="0" name=""/>
        <dsp:cNvSpPr/>
      </dsp:nvSpPr>
      <dsp:spPr>
        <a:xfrm>
          <a:off x="1558719" y="838149"/>
          <a:ext cx="327368" cy="91440"/>
        </a:xfrm>
        <a:custGeom>
          <a:avLst/>
          <a:gdLst/>
          <a:ahLst/>
          <a:cxnLst/>
          <a:rect l="0" t="0" r="0" b="0"/>
          <a:pathLst>
            <a:path>
              <a:moveTo>
                <a:pt x="0" y="45720"/>
              </a:moveTo>
              <a:lnTo>
                <a:pt x="327368" y="45720"/>
              </a:lnTo>
            </a:path>
          </a:pathLst>
        </a:custGeom>
        <a:noFill/>
        <a:ln w="12700" cap="flat" cmpd="sng" algn="ctr">
          <a:solidFill>
            <a:schemeClr val="accent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a:p>
      </dsp:txBody>
      <dsp:txXfrm>
        <a:off x="1713454" y="882079"/>
        <a:ext cx="17898" cy="3579"/>
      </dsp:txXfrm>
    </dsp:sp>
    <dsp:sp modelId="{5D9CD884-ADDC-4CD9-8C88-4344B4166D07}">
      <dsp:nvSpPr>
        <dsp:cNvPr id="0" name=""/>
        <dsp:cNvSpPr/>
      </dsp:nvSpPr>
      <dsp:spPr>
        <a:xfrm>
          <a:off x="4134" y="416954"/>
          <a:ext cx="1556384" cy="933830"/>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99568" rIns="99568" bIns="99568" numCol="1" spcCol="1270" anchor="ctr" anchorCtr="0">
          <a:noAutofit/>
        </a:bodyPr>
        <a:lstStyle/>
        <a:p>
          <a:pPr marL="0" lvl="0" indent="0" algn="ctr" defTabSz="622300" rtl="0">
            <a:lnSpc>
              <a:spcPct val="90000"/>
            </a:lnSpc>
            <a:spcBef>
              <a:spcPct val="0"/>
            </a:spcBef>
            <a:spcAft>
              <a:spcPct val="35000"/>
            </a:spcAft>
            <a:buNone/>
          </a:pPr>
          <a:r>
            <a:rPr lang="en-IN" sz="1400" kern="1200" dirty="0">
              <a:latin typeface="Calibri"/>
              <a:ea typeface="Calibri"/>
              <a:cs typeface="Calibri"/>
            </a:rPr>
            <a:t>Student Input</a:t>
          </a:r>
          <a:endParaRPr lang="en-GB" sz="1400" kern="1200" dirty="0">
            <a:latin typeface="Calibri"/>
            <a:ea typeface="Calibri"/>
            <a:cs typeface="Calibri"/>
          </a:endParaRPr>
        </a:p>
      </dsp:txBody>
      <dsp:txXfrm>
        <a:off x="4134" y="416954"/>
        <a:ext cx="1556384" cy="933830"/>
      </dsp:txXfrm>
    </dsp:sp>
    <dsp:sp modelId="{CE61A6C7-50DA-4EC5-8465-AEC712DD979B}">
      <dsp:nvSpPr>
        <dsp:cNvPr id="0" name=""/>
        <dsp:cNvSpPr/>
      </dsp:nvSpPr>
      <dsp:spPr>
        <a:xfrm>
          <a:off x="3473072" y="838149"/>
          <a:ext cx="327368" cy="91440"/>
        </a:xfrm>
        <a:custGeom>
          <a:avLst/>
          <a:gdLst/>
          <a:ahLst/>
          <a:cxnLst/>
          <a:rect l="0" t="0" r="0" b="0"/>
          <a:pathLst>
            <a:path>
              <a:moveTo>
                <a:pt x="0" y="45720"/>
              </a:moveTo>
              <a:lnTo>
                <a:pt x="327368" y="45720"/>
              </a:lnTo>
            </a:path>
          </a:pathLst>
        </a:custGeom>
        <a:noFill/>
        <a:ln w="1270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a:p>
      </dsp:txBody>
      <dsp:txXfrm>
        <a:off x="3627808" y="882079"/>
        <a:ext cx="17898" cy="3579"/>
      </dsp:txXfrm>
    </dsp:sp>
    <dsp:sp modelId="{E73681E7-8D48-4F01-BC5D-A67F5EC47543}">
      <dsp:nvSpPr>
        <dsp:cNvPr id="0" name=""/>
        <dsp:cNvSpPr/>
      </dsp:nvSpPr>
      <dsp:spPr>
        <a:xfrm>
          <a:off x="1918488" y="416954"/>
          <a:ext cx="1556384" cy="933830"/>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99568" rIns="99568" bIns="99568" numCol="1" spcCol="1270" anchor="ctr" anchorCtr="0">
          <a:noAutofit/>
        </a:bodyPr>
        <a:lstStyle/>
        <a:p>
          <a:pPr marL="0" lvl="0" indent="0" algn="ctr" defTabSz="622300">
            <a:lnSpc>
              <a:spcPct val="90000"/>
            </a:lnSpc>
            <a:spcBef>
              <a:spcPct val="0"/>
            </a:spcBef>
            <a:spcAft>
              <a:spcPct val="35000"/>
            </a:spcAft>
            <a:buNone/>
          </a:pPr>
          <a:r>
            <a:rPr lang="en-IN" sz="1400" kern="1200" dirty="0">
              <a:latin typeface="Calibri"/>
              <a:ea typeface="Calibri"/>
              <a:cs typeface="Calibri"/>
            </a:rPr>
            <a:t>Academic Data Collection</a:t>
          </a:r>
          <a:endParaRPr lang="en-GB" sz="1400" kern="1200" dirty="0">
            <a:latin typeface="Calibri"/>
            <a:ea typeface="Calibri"/>
            <a:cs typeface="Calibri"/>
          </a:endParaRPr>
        </a:p>
      </dsp:txBody>
      <dsp:txXfrm>
        <a:off x="1918488" y="416954"/>
        <a:ext cx="1556384" cy="933830"/>
      </dsp:txXfrm>
    </dsp:sp>
    <dsp:sp modelId="{0D84EE88-BE7D-4F6E-A705-E8A57B1AA870}">
      <dsp:nvSpPr>
        <dsp:cNvPr id="0" name=""/>
        <dsp:cNvSpPr/>
      </dsp:nvSpPr>
      <dsp:spPr>
        <a:xfrm>
          <a:off x="782327" y="1348984"/>
          <a:ext cx="3828706" cy="327368"/>
        </a:xfrm>
        <a:custGeom>
          <a:avLst/>
          <a:gdLst/>
          <a:ahLst/>
          <a:cxnLst/>
          <a:rect l="0" t="0" r="0" b="0"/>
          <a:pathLst>
            <a:path>
              <a:moveTo>
                <a:pt x="3828706" y="0"/>
              </a:moveTo>
              <a:lnTo>
                <a:pt x="3828706" y="180784"/>
              </a:lnTo>
              <a:lnTo>
                <a:pt x="0" y="180784"/>
              </a:lnTo>
              <a:lnTo>
                <a:pt x="0" y="327368"/>
              </a:lnTo>
            </a:path>
          </a:pathLst>
        </a:custGeom>
        <a:noFill/>
        <a:ln w="12700" cap="flat" cmpd="sng" algn="ctr">
          <a:solidFill>
            <a:schemeClr val="accent4">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a:p>
      </dsp:txBody>
      <dsp:txXfrm>
        <a:off x="2600545" y="1510879"/>
        <a:ext cx="192270" cy="3579"/>
      </dsp:txXfrm>
    </dsp:sp>
    <dsp:sp modelId="{46DD5DA2-3278-4943-957D-559614DF3452}">
      <dsp:nvSpPr>
        <dsp:cNvPr id="0" name=""/>
        <dsp:cNvSpPr/>
      </dsp:nvSpPr>
      <dsp:spPr>
        <a:xfrm>
          <a:off x="3832841" y="416954"/>
          <a:ext cx="1556384" cy="933830"/>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99568" rIns="99568" bIns="99568" numCol="1" spcCol="1270" anchor="ctr" anchorCtr="0">
          <a:noAutofit/>
        </a:bodyPr>
        <a:lstStyle/>
        <a:p>
          <a:pPr marL="0" lvl="0" indent="0" algn="ctr" defTabSz="622300">
            <a:lnSpc>
              <a:spcPct val="90000"/>
            </a:lnSpc>
            <a:spcBef>
              <a:spcPct val="0"/>
            </a:spcBef>
            <a:spcAft>
              <a:spcPct val="35000"/>
            </a:spcAft>
            <a:buNone/>
          </a:pPr>
          <a:r>
            <a:rPr lang="en-IN" sz="1400" kern="1200" dirty="0">
              <a:latin typeface="Calibri"/>
              <a:ea typeface="Calibri"/>
              <a:cs typeface="Calibri"/>
            </a:rPr>
            <a:t>Data Storage</a:t>
          </a:r>
          <a:endParaRPr lang="en-GB" sz="1400" kern="1200" dirty="0">
            <a:latin typeface="Calibri"/>
            <a:ea typeface="Calibri"/>
            <a:cs typeface="Calibri"/>
          </a:endParaRPr>
        </a:p>
      </dsp:txBody>
      <dsp:txXfrm>
        <a:off x="3832841" y="416954"/>
        <a:ext cx="1556384" cy="933830"/>
      </dsp:txXfrm>
    </dsp:sp>
    <dsp:sp modelId="{7FEDFBBA-6B1D-459E-9650-BF622D0ACAD8}">
      <dsp:nvSpPr>
        <dsp:cNvPr id="0" name=""/>
        <dsp:cNvSpPr/>
      </dsp:nvSpPr>
      <dsp:spPr>
        <a:xfrm>
          <a:off x="1558719" y="2129949"/>
          <a:ext cx="327368" cy="91440"/>
        </a:xfrm>
        <a:custGeom>
          <a:avLst/>
          <a:gdLst/>
          <a:ahLst/>
          <a:cxnLst/>
          <a:rect l="0" t="0" r="0" b="0"/>
          <a:pathLst>
            <a:path>
              <a:moveTo>
                <a:pt x="0" y="45720"/>
              </a:moveTo>
              <a:lnTo>
                <a:pt x="327368" y="45720"/>
              </a:lnTo>
            </a:path>
          </a:pathLst>
        </a:custGeom>
        <a:noFill/>
        <a:ln w="12700" cap="flat" cmpd="sng" algn="ctr">
          <a:solidFill>
            <a:schemeClr val="accent5">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a:p>
      </dsp:txBody>
      <dsp:txXfrm>
        <a:off x="1713454" y="2173879"/>
        <a:ext cx="17898" cy="3579"/>
      </dsp:txXfrm>
    </dsp:sp>
    <dsp:sp modelId="{F8476C86-F599-4879-98C9-CC1ED5FDEA0F}">
      <dsp:nvSpPr>
        <dsp:cNvPr id="0" name=""/>
        <dsp:cNvSpPr/>
      </dsp:nvSpPr>
      <dsp:spPr>
        <a:xfrm>
          <a:off x="4134" y="1708753"/>
          <a:ext cx="1556384" cy="933830"/>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99568" rIns="99568" bIns="99568" numCol="1" spcCol="1270" anchor="ctr" anchorCtr="0">
          <a:noAutofit/>
        </a:bodyPr>
        <a:lstStyle/>
        <a:p>
          <a:pPr marL="0" lvl="0" indent="0" algn="ctr" defTabSz="622300">
            <a:lnSpc>
              <a:spcPct val="90000"/>
            </a:lnSpc>
            <a:spcBef>
              <a:spcPct val="0"/>
            </a:spcBef>
            <a:spcAft>
              <a:spcPct val="35000"/>
            </a:spcAft>
            <a:buNone/>
          </a:pPr>
          <a:r>
            <a:rPr lang="en-IN" sz="1400" kern="1200" dirty="0">
              <a:latin typeface="Calibri"/>
              <a:ea typeface="Calibri"/>
              <a:cs typeface="Calibri"/>
            </a:rPr>
            <a:t>DSA-Based Processing</a:t>
          </a:r>
          <a:endParaRPr lang="en-GB" sz="1400" kern="1200" dirty="0">
            <a:latin typeface="Calibri"/>
            <a:ea typeface="Calibri"/>
            <a:cs typeface="Calibri"/>
          </a:endParaRPr>
        </a:p>
      </dsp:txBody>
      <dsp:txXfrm>
        <a:off x="4134" y="1708753"/>
        <a:ext cx="1556384" cy="933830"/>
      </dsp:txXfrm>
    </dsp:sp>
    <dsp:sp modelId="{E2C2551C-4FD6-49CD-A4BD-DF244F02C0CF}">
      <dsp:nvSpPr>
        <dsp:cNvPr id="0" name=""/>
        <dsp:cNvSpPr/>
      </dsp:nvSpPr>
      <dsp:spPr>
        <a:xfrm>
          <a:off x="3473072" y="2129949"/>
          <a:ext cx="327368" cy="91440"/>
        </a:xfrm>
        <a:custGeom>
          <a:avLst/>
          <a:gdLst/>
          <a:ahLst/>
          <a:cxnLst/>
          <a:rect l="0" t="0" r="0" b="0"/>
          <a:pathLst>
            <a:path>
              <a:moveTo>
                <a:pt x="0" y="45720"/>
              </a:moveTo>
              <a:lnTo>
                <a:pt x="327368" y="45720"/>
              </a:lnTo>
            </a:path>
          </a:pathLst>
        </a:custGeom>
        <a:noFill/>
        <a:ln w="12700" cap="flat" cmpd="sng" algn="ctr">
          <a:solidFill>
            <a:schemeClr val="accent6">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a:p>
      </dsp:txBody>
      <dsp:txXfrm>
        <a:off x="3627808" y="2173879"/>
        <a:ext cx="17898" cy="3579"/>
      </dsp:txXfrm>
    </dsp:sp>
    <dsp:sp modelId="{441830C1-C143-477C-9C4F-37CD7CD18C82}">
      <dsp:nvSpPr>
        <dsp:cNvPr id="0" name=""/>
        <dsp:cNvSpPr/>
      </dsp:nvSpPr>
      <dsp:spPr>
        <a:xfrm>
          <a:off x="1918488" y="1708753"/>
          <a:ext cx="1556384" cy="933830"/>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99568" rIns="99568" bIns="99568" numCol="1" spcCol="1270" anchor="ctr" anchorCtr="0">
          <a:noAutofit/>
        </a:bodyPr>
        <a:lstStyle/>
        <a:p>
          <a:pPr marL="0" lvl="0" indent="0" algn="ctr" defTabSz="622300">
            <a:lnSpc>
              <a:spcPct val="90000"/>
            </a:lnSpc>
            <a:spcBef>
              <a:spcPct val="0"/>
            </a:spcBef>
            <a:spcAft>
              <a:spcPct val="35000"/>
            </a:spcAft>
            <a:buNone/>
          </a:pPr>
          <a:r>
            <a:rPr lang="en-IN" sz="1400" kern="1200" dirty="0">
              <a:latin typeface="Calibri"/>
              <a:ea typeface="Calibri"/>
              <a:cs typeface="Calibri"/>
            </a:rPr>
            <a:t>Academic Analysis</a:t>
          </a:r>
          <a:endParaRPr lang="en-GB" sz="1400" kern="1200" dirty="0">
            <a:latin typeface="Calibri"/>
            <a:ea typeface="Calibri"/>
            <a:cs typeface="Calibri"/>
          </a:endParaRPr>
        </a:p>
      </dsp:txBody>
      <dsp:txXfrm>
        <a:off x="1918488" y="1708753"/>
        <a:ext cx="1556384" cy="933830"/>
      </dsp:txXfrm>
    </dsp:sp>
    <dsp:sp modelId="{04CD61F0-B4E6-4299-90A3-F7D6866FE158}">
      <dsp:nvSpPr>
        <dsp:cNvPr id="0" name=""/>
        <dsp:cNvSpPr/>
      </dsp:nvSpPr>
      <dsp:spPr>
        <a:xfrm>
          <a:off x="782327" y="2640784"/>
          <a:ext cx="3828706" cy="327368"/>
        </a:xfrm>
        <a:custGeom>
          <a:avLst/>
          <a:gdLst/>
          <a:ahLst/>
          <a:cxnLst/>
          <a:rect l="0" t="0" r="0" b="0"/>
          <a:pathLst>
            <a:path>
              <a:moveTo>
                <a:pt x="3828706" y="0"/>
              </a:moveTo>
              <a:lnTo>
                <a:pt x="3828706" y="180784"/>
              </a:lnTo>
              <a:lnTo>
                <a:pt x="0" y="180784"/>
              </a:lnTo>
              <a:lnTo>
                <a:pt x="0" y="327368"/>
              </a:lnTo>
            </a:path>
          </a:pathLst>
        </a:custGeom>
        <a:noFill/>
        <a:ln w="12700" cap="flat" cmpd="sng" algn="ctr">
          <a:solidFill>
            <a:schemeClr val="accent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a:p>
      </dsp:txBody>
      <dsp:txXfrm>
        <a:off x="2600545" y="2802678"/>
        <a:ext cx="192270" cy="3579"/>
      </dsp:txXfrm>
    </dsp:sp>
    <dsp:sp modelId="{B9E66DA6-6BA0-4596-963C-5CF0D17F71AC}">
      <dsp:nvSpPr>
        <dsp:cNvPr id="0" name=""/>
        <dsp:cNvSpPr/>
      </dsp:nvSpPr>
      <dsp:spPr>
        <a:xfrm>
          <a:off x="3832841" y="1708753"/>
          <a:ext cx="1556384" cy="933830"/>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99568" rIns="99568" bIns="99568" numCol="1" spcCol="1270" anchor="ctr" anchorCtr="0">
          <a:noAutofit/>
        </a:bodyPr>
        <a:lstStyle/>
        <a:p>
          <a:pPr marL="0" lvl="0" indent="0" algn="ctr" defTabSz="622300">
            <a:lnSpc>
              <a:spcPct val="90000"/>
            </a:lnSpc>
            <a:spcBef>
              <a:spcPct val="0"/>
            </a:spcBef>
            <a:spcAft>
              <a:spcPct val="35000"/>
            </a:spcAft>
            <a:buNone/>
          </a:pPr>
          <a:r>
            <a:rPr lang="en-IN" sz="1400" kern="1200" dirty="0">
              <a:latin typeface="Calibri"/>
              <a:ea typeface="Calibri"/>
              <a:cs typeface="Calibri"/>
            </a:rPr>
            <a:t>Rule-Based Recommendations</a:t>
          </a:r>
          <a:endParaRPr lang="en-GB" sz="1400" kern="1200" dirty="0">
            <a:latin typeface="Calibri"/>
            <a:ea typeface="Calibri"/>
            <a:cs typeface="Calibri"/>
          </a:endParaRPr>
        </a:p>
      </dsp:txBody>
      <dsp:txXfrm>
        <a:off x="3832841" y="1708753"/>
        <a:ext cx="1556384" cy="933830"/>
      </dsp:txXfrm>
    </dsp:sp>
    <dsp:sp modelId="{8572F899-9BDE-4C35-9D3B-5B4E544E311D}">
      <dsp:nvSpPr>
        <dsp:cNvPr id="0" name=""/>
        <dsp:cNvSpPr/>
      </dsp:nvSpPr>
      <dsp:spPr>
        <a:xfrm>
          <a:off x="4134" y="3000553"/>
          <a:ext cx="1556384" cy="933830"/>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99568" rIns="99568" bIns="99568" numCol="1" spcCol="1270" anchor="ctr" anchorCtr="0">
          <a:noAutofit/>
        </a:bodyPr>
        <a:lstStyle/>
        <a:p>
          <a:pPr marL="0" lvl="0" indent="0" algn="ctr" defTabSz="622300">
            <a:lnSpc>
              <a:spcPct val="90000"/>
            </a:lnSpc>
            <a:spcBef>
              <a:spcPct val="0"/>
            </a:spcBef>
            <a:spcAft>
              <a:spcPct val="35000"/>
            </a:spcAft>
            <a:buNone/>
          </a:pPr>
          <a:r>
            <a:rPr lang="en-IN" sz="1400" kern="1200" dirty="0">
              <a:latin typeface="Calibri"/>
              <a:ea typeface="Calibri"/>
              <a:cs typeface="Calibri"/>
            </a:rPr>
            <a:t>Dashboard / Results</a:t>
          </a:r>
          <a:endParaRPr lang="en-GB" sz="1400" kern="1200" dirty="0">
            <a:latin typeface="Calibri"/>
            <a:ea typeface="Calibri"/>
            <a:cs typeface="Calibri"/>
          </a:endParaRPr>
        </a:p>
      </dsp:txBody>
      <dsp:txXfrm>
        <a:off x="4134" y="3000553"/>
        <a:ext cx="1556384" cy="93383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8B8F9D1-15E3-4358-92EA-63BB25CA442C}">
      <dsp:nvSpPr>
        <dsp:cNvPr id="0" name=""/>
        <dsp:cNvSpPr/>
      </dsp:nvSpPr>
      <dsp:spPr>
        <a:xfrm>
          <a:off x="6031680" y="5553131"/>
          <a:ext cx="249231" cy="764310"/>
        </a:xfrm>
        <a:custGeom>
          <a:avLst/>
          <a:gdLst/>
          <a:ahLst/>
          <a:cxnLst/>
          <a:rect l="0" t="0" r="0" b="0"/>
          <a:pathLst>
            <a:path>
              <a:moveTo>
                <a:pt x="0" y="0"/>
              </a:moveTo>
              <a:lnTo>
                <a:pt x="0" y="764310"/>
              </a:lnTo>
              <a:lnTo>
                <a:pt x="249231" y="76431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34FE232-1972-442A-A4C7-90711504C46E}">
      <dsp:nvSpPr>
        <dsp:cNvPr id="0" name=""/>
        <dsp:cNvSpPr/>
      </dsp:nvSpPr>
      <dsp:spPr>
        <a:xfrm>
          <a:off x="6650578" y="4373434"/>
          <a:ext cx="91440" cy="348924"/>
        </a:xfrm>
        <a:custGeom>
          <a:avLst/>
          <a:gdLst/>
          <a:ahLst/>
          <a:cxnLst/>
          <a:rect l="0" t="0" r="0" b="0"/>
          <a:pathLst>
            <a:path>
              <a:moveTo>
                <a:pt x="45720" y="0"/>
              </a:moveTo>
              <a:lnTo>
                <a:pt x="45720" y="348924"/>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C604979-D496-4C66-BB5D-EDB0F883D8B0}">
      <dsp:nvSpPr>
        <dsp:cNvPr id="0" name=""/>
        <dsp:cNvSpPr/>
      </dsp:nvSpPr>
      <dsp:spPr>
        <a:xfrm>
          <a:off x="5691063" y="3193736"/>
          <a:ext cx="1005235" cy="348924"/>
        </a:xfrm>
        <a:custGeom>
          <a:avLst/>
          <a:gdLst/>
          <a:ahLst/>
          <a:cxnLst/>
          <a:rect l="0" t="0" r="0" b="0"/>
          <a:pathLst>
            <a:path>
              <a:moveTo>
                <a:pt x="0" y="0"/>
              </a:moveTo>
              <a:lnTo>
                <a:pt x="0" y="174462"/>
              </a:lnTo>
              <a:lnTo>
                <a:pt x="1005235" y="174462"/>
              </a:lnTo>
              <a:lnTo>
                <a:pt x="1005235" y="348924"/>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3A9115A-FE9B-4134-B57F-76FC80C346AE}">
      <dsp:nvSpPr>
        <dsp:cNvPr id="0" name=""/>
        <dsp:cNvSpPr/>
      </dsp:nvSpPr>
      <dsp:spPr>
        <a:xfrm>
          <a:off x="4685828" y="3193736"/>
          <a:ext cx="1005235" cy="348924"/>
        </a:xfrm>
        <a:custGeom>
          <a:avLst/>
          <a:gdLst/>
          <a:ahLst/>
          <a:cxnLst/>
          <a:rect l="0" t="0" r="0" b="0"/>
          <a:pathLst>
            <a:path>
              <a:moveTo>
                <a:pt x="1005235" y="0"/>
              </a:moveTo>
              <a:lnTo>
                <a:pt x="1005235" y="174462"/>
              </a:lnTo>
              <a:lnTo>
                <a:pt x="0" y="174462"/>
              </a:lnTo>
              <a:lnTo>
                <a:pt x="0" y="348924"/>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5F392A1-ADCB-4076-B376-343F47726E50}">
      <dsp:nvSpPr>
        <dsp:cNvPr id="0" name=""/>
        <dsp:cNvSpPr/>
      </dsp:nvSpPr>
      <dsp:spPr>
        <a:xfrm>
          <a:off x="5645343" y="2014039"/>
          <a:ext cx="91440" cy="348924"/>
        </a:xfrm>
        <a:custGeom>
          <a:avLst/>
          <a:gdLst/>
          <a:ahLst/>
          <a:cxnLst/>
          <a:rect l="0" t="0" r="0" b="0"/>
          <a:pathLst>
            <a:path>
              <a:moveTo>
                <a:pt x="45720" y="0"/>
              </a:moveTo>
              <a:lnTo>
                <a:pt x="45720" y="348924"/>
              </a:lnTo>
            </a:path>
          </a:pathLst>
        </a:custGeom>
        <a:noFill/>
        <a:ln w="19050" cap="flat" cmpd="sng" algn="ctr">
          <a:solidFill>
            <a:schemeClr val="accent4">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5E35988-5E09-48C1-9261-3C26463CDD9F}">
      <dsp:nvSpPr>
        <dsp:cNvPr id="0" name=""/>
        <dsp:cNvSpPr/>
      </dsp:nvSpPr>
      <dsp:spPr>
        <a:xfrm>
          <a:off x="5645343" y="834342"/>
          <a:ext cx="91440" cy="348924"/>
        </a:xfrm>
        <a:custGeom>
          <a:avLst/>
          <a:gdLst/>
          <a:ahLst/>
          <a:cxnLst/>
          <a:rect l="0" t="0" r="0" b="0"/>
          <a:pathLst>
            <a:path>
              <a:moveTo>
                <a:pt x="45720" y="0"/>
              </a:moveTo>
              <a:lnTo>
                <a:pt x="45720" y="348924"/>
              </a:lnTo>
            </a:path>
          </a:pathLst>
        </a:custGeom>
        <a:noFill/>
        <a:ln w="19050" cap="flat" cmpd="sng" algn="ctr">
          <a:solidFill>
            <a:schemeClr val="accent3">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24C10D-1B9B-43E4-8654-5CA9721B19AD}">
      <dsp:nvSpPr>
        <dsp:cNvPr id="0" name=""/>
        <dsp:cNvSpPr/>
      </dsp:nvSpPr>
      <dsp:spPr>
        <a:xfrm>
          <a:off x="4860290" y="3569"/>
          <a:ext cx="1661545" cy="830772"/>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5715" tIns="5715" rIns="5715" bIns="5715" numCol="1" spcCol="1270" anchor="ctr" anchorCtr="0">
          <a:noAutofit/>
        </a:bodyPr>
        <a:lstStyle/>
        <a:p>
          <a:pPr marL="0" lvl="0" indent="0" algn="ctr" defTabSz="400050">
            <a:lnSpc>
              <a:spcPct val="90000"/>
            </a:lnSpc>
            <a:spcBef>
              <a:spcPct val="0"/>
            </a:spcBef>
            <a:spcAft>
              <a:spcPct val="35000"/>
            </a:spcAft>
            <a:buNone/>
          </a:pPr>
          <a:r>
            <a:rPr lang="en-GB" sz="900" kern="1200" dirty="0"/>
            <a:t>Student(Enter\view information)</a:t>
          </a:r>
        </a:p>
      </dsp:txBody>
      <dsp:txXfrm>
        <a:off x="4860290" y="3569"/>
        <a:ext cx="1661545" cy="830772"/>
      </dsp:txXfrm>
    </dsp:sp>
    <dsp:sp modelId="{3642C4E9-582E-485D-B5C5-BCB5F0D8018D}">
      <dsp:nvSpPr>
        <dsp:cNvPr id="0" name=""/>
        <dsp:cNvSpPr/>
      </dsp:nvSpPr>
      <dsp:spPr>
        <a:xfrm>
          <a:off x="4860290" y="1183266"/>
          <a:ext cx="1661545" cy="830772"/>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5715" tIns="5715" rIns="5715" bIns="5715" numCol="1" spcCol="1270" anchor="ctr" anchorCtr="0">
          <a:noAutofit/>
        </a:bodyPr>
        <a:lstStyle/>
        <a:p>
          <a:pPr marL="0" lvl="0" indent="0" algn="ctr" defTabSz="400050" rtl="0">
            <a:lnSpc>
              <a:spcPct val="90000"/>
            </a:lnSpc>
            <a:spcBef>
              <a:spcPct val="0"/>
            </a:spcBef>
            <a:spcAft>
              <a:spcPct val="35000"/>
            </a:spcAft>
            <a:buNone/>
          </a:pPr>
          <a:r>
            <a:rPr lang="en-GB" sz="900" b="1" kern="1200" dirty="0">
              <a:latin typeface="Aptos Display" panose="02110004020202020204"/>
            </a:rPr>
            <a:t>Frontend</a:t>
          </a:r>
          <a:r>
            <a:rPr lang="en-GB" sz="900" b="1" kern="1200" dirty="0"/>
            <a:t> </a:t>
          </a:r>
          <a:r>
            <a:rPr lang="en-GB" sz="900" b="1" kern="1200" dirty="0">
              <a:latin typeface="Aptos Display" panose="02110004020202020204"/>
            </a:rPr>
            <a:t>                                                                        </a:t>
          </a:r>
          <a:r>
            <a:rPr lang="en-GB" sz="900" kern="1200" dirty="0"/>
            <a:t>HTML+ CSS+ JavaScript</a:t>
          </a:r>
          <a:r>
            <a:rPr lang="en-GB" sz="900" kern="1200" dirty="0">
              <a:latin typeface="Aptos Display" panose="02110004020202020204"/>
            </a:rPr>
            <a:t>       </a:t>
          </a:r>
          <a:r>
            <a:rPr lang="en-GB" sz="900" kern="1200" dirty="0"/>
            <a:t>(dashboard, profile, marks, assignments, study planner, recommendations, topic dependencies)</a:t>
          </a:r>
        </a:p>
      </dsp:txBody>
      <dsp:txXfrm>
        <a:off x="4860290" y="1183266"/>
        <a:ext cx="1661545" cy="830772"/>
      </dsp:txXfrm>
    </dsp:sp>
    <dsp:sp modelId="{368105C3-8FEF-48CD-89F7-1B2579ED09D1}">
      <dsp:nvSpPr>
        <dsp:cNvPr id="0" name=""/>
        <dsp:cNvSpPr/>
      </dsp:nvSpPr>
      <dsp:spPr>
        <a:xfrm>
          <a:off x="4860290" y="2362963"/>
          <a:ext cx="1661545" cy="830772"/>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5715" tIns="5715" rIns="5715" bIns="5715" numCol="1" spcCol="1270" anchor="ctr" anchorCtr="0">
          <a:noAutofit/>
        </a:bodyPr>
        <a:lstStyle/>
        <a:p>
          <a:pPr marL="0" lvl="0" indent="0" algn="ctr" defTabSz="400050">
            <a:lnSpc>
              <a:spcPct val="90000"/>
            </a:lnSpc>
            <a:spcBef>
              <a:spcPct val="0"/>
            </a:spcBef>
            <a:spcAft>
              <a:spcPct val="35000"/>
            </a:spcAft>
            <a:buNone/>
          </a:pPr>
          <a:r>
            <a:rPr lang="en-GB" sz="900" kern="1200" dirty="0"/>
            <a:t>Backend. (Python flask)</a:t>
          </a:r>
        </a:p>
      </dsp:txBody>
      <dsp:txXfrm>
        <a:off x="4860290" y="2362963"/>
        <a:ext cx="1661545" cy="830772"/>
      </dsp:txXfrm>
    </dsp:sp>
    <dsp:sp modelId="{311B5DF9-ED51-4320-B92E-FFE2FAD42B15}">
      <dsp:nvSpPr>
        <dsp:cNvPr id="0" name=""/>
        <dsp:cNvSpPr/>
      </dsp:nvSpPr>
      <dsp:spPr>
        <a:xfrm>
          <a:off x="3855055" y="3542661"/>
          <a:ext cx="1661545" cy="830772"/>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5715" tIns="5715" rIns="5715" bIns="5715" numCol="1" spcCol="1270" anchor="ctr" anchorCtr="0">
          <a:noAutofit/>
        </a:bodyPr>
        <a:lstStyle/>
        <a:p>
          <a:pPr marL="0" lvl="0" indent="0" algn="ctr" defTabSz="400050" rtl="0">
            <a:lnSpc>
              <a:spcPct val="90000"/>
            </a:lnSpc>
            <a:spcBef>
              <a:spcPct val="0"/>
            </a:spcBef>
            <a:spcAft>
              <a:spcPct val="35000"/>
            </a:spcAft>
            <a:buNone/>
          </a:pPr>
          <a:r>
            <a:rPr lang="en-GB" sz="900" b="1" kern="1200" dirty="0"/>
            <a:t>Database</a:t>
          </a:r>
          <a:r>
            <a:rPr lang="en-GB" sz="900" kern="1200" dirty="0"/>
            <a:t> </a:t>
          </a:r>
          <a:r>
            <a:rPr lang="en-GB" sz="900" kern="1200" dirty="0">
              <a:latin typeface="Aptos Display" panose="02110004020202020204"/>
            </a:rPr>
            <a:t> </a:t>
          </a:r>
          <a:r>
            <a:rPr lang="en-GB" sz="900" kern="1200" dirty="0"/>
            <a:t>operations                    </a:t>
          </a:r>
          <a:r>
            <a:rPr lang="en-GB" sz="900" kern="1200" dirty="0">
              <a:latin typeface="Aptos Display" panose="02110004020202020204"/>
            </a:rPr>
            <a:t>                     </a:t>
          </a:r>
          <a:r>
            <a:rPr lang="en-GB" sz="900" kern="1200" dirty="0"/>
            <a:t>SQLite               </a:t>
          </a:r>
          <a:r>
            <a:rPr lang="en-GB" sz="900" kern="1200" dirty="0">
              <a:latin typeface="Aptos Display" panose="02110004020202020204"/>
            </a:rPr>
            <a:t>                             </a:t>
          </a:r>
          <a:r>
            <a:rPr lang="en-GB" sz="900" kern="1200" dirty="0"/>
            <a:t>(student, subjects,, assignment assignments, topics, study history)</a:t>
          </a:r>
        </a:p>
      </dsp:txBody>
      <dsp:txXfrm>
        <a:off x="3855055" y="3542661"/>
        <a:ext cx="1661545" cy="830772"/>
      </dsp:txXfrm>
    </dsp:sp>
    <dsp:sp modelId="{D97648B8-8576-4A63-A372-747A51374D4C}">
      <dsp:nvSpPr>
        <dsp:cNvPr id="0" name=""/>
        <dsp:cNvSpPr/>
      </dsp:nvSpPr>
      <dsp:spPr>
        <a:xfrm>
          <a:off x="5865525" y="3542661"/>
          <a:ext cx="1661545" cy="830772"/>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5715" tIns="5715" rIns="5715" bIns="5715" numCol="1" spcCol="1270" anchor="ctr" anchorCtr="0">
          <a:noAutofit/>
        </a:bodyPr>
        <a:lstStyle/>
        <a:p>
          <a:pPr marL="0" lvl="0" indent="0" algn="ctr" defTabSz="400050" rtl="0">
            <a:lnSpc>
              <a:spcPct val="90000"/>
            </a:lnSpc>
            <a:spcBef>
              <a:spcPct val="0"/>
            </a:spcBef>
            <a:spcAft>
              <a:spcPct val="35000"/>
            </a:spcAft>
            <a:buNone/>
          </a:pPr>
          <a:r>
            <a:rPr lang="en-GB" sz="900" b="1" kern="1200" dirty="0"/>
            <a:t>DSA processing                     </a:t>
          </a:r>
          <a:r>
            <a:rPr lang="en-GB" sz="900" b="1" kern="1200" dirty="0">
              <a:latin typeface="Aptos Display" panose="02110004020202020204"/>
            </a:rPr>
            <a:t>   </a:t>
          </a:r>
          <a:r>
            <a:rPr lang="en-GB" sz="900" kern="1200" dirty="0">
              <a:latin typeface="Aptos Display" panose="02110004020202020204"/>
            </a:rPr>
            <a:t>                 </a:t>
          </a:r>
          <a:r>
            <a:rPr lang="en-GB" sz="900" kern="1200" dirty="0"/>
            <a:t>C DSA engine     (Arrays/structures, linked list, queue, priority, Queue, stack, graph, search/sort/BFS/DFS)</a:t>
          </a:r>
        </a:p>
      </dsp:txBody>
      <dsp:txXfrm>
        <a:off x="5865525" y="3542661"/>
        <a:ext cx="1661545" cy="830772"/>
      </dsp:txXfrm>
    </dsp:sp>
    <dsp:sp modelId="{15201866-F060-4EF7-8DFC-B2FD2C09C999}">
      <dsp:nvSpPr>
        <dsp:cNvPr id="0" name=""/>
        <dsp:cNvSpPr/>
      </dsp:nvSpPr>
      <dsp:spPr>
        <a:xfrm>
          <a:off x="5865525" y="4722358"/>
          <a:ext cx="1661545" cy="830772"/>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5715" tIns="5715" rIns="5715" bIns="5715" numCol="1" spcCol="1270" anchor="ctr" anchorCtr="0">
          <a:noAutofit/>
        </a:bodyPr>
        <a:lstStyle/>
        <a:p>
          <a:pPr marL="0" lvl="0" indent="0" algn="ctr" defTabSz="400050" rtl="0">
            <a:lnSpc>
              <a:spcPct val="90000"/>
            </a:lnSpc>
            <a:spcBef>
              <a:spcPct val="0"/>
            </a:spcBef>
            <a:spcAft>
              <a:spcPct val="35000"/>
            </a:spcAft>
            <a:buNone/>
          </a:pPr>
          <a:r>
            <a:rPr lang="en-GB" sz="900" b="1" kern="1200" dirty="0"/>
            <a:t>Academic analysis.</a:t>
          </a:r>
          <a:r>
            <a:rPr lang="en-GB" sz="900" kern="1200" dirty="0"/>
            <a:t> </a:t>
          </a:r>
          <a:r>
            <a:rPr lang="en-GB" sz="900" kern="1200" dirty="0">
              <a:latin typeface="Aptos Display" panose="02110004020202020204"/>
            </a:rPr>
            <a:t>               </a:t>
          </a:r>
          <a:r>
            <a:rPr lang="en-GB" sz="900" kern="1200" dirty="0"/>
            <a:t>(weak subject detection, assignment, priority, topic learning path, Study history, recommendations)</a:t>
          </a:r>
        </a:p>
      </dsp:txBody>
      <dsp:txXfrm>
        <a:off x="5865525" y="4722358"/>
        <a:ext cx="1661545" cy="830772"/>
      </dsp:txXfrm>
    </dsp:sp>
    <dsp:sp modelId="{D4E16D46-7302-47E4-84B1-0C671F90E509}">
      <dsp:nvSpPr>
        <dsp:cNvPr id="0" name=""/>
        <dsp:cNvSpPr/>
      </dsp:nvSpPr>
      <dsp:spPr>
        <a:xfrm>
          <a:off x="6280911" y="5902055"/>
          <a:ext cx="1661545" cy="830772"/>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5715" tIns="5715" rIns="5715" bIns="5715" numCol="1" spcCol="1270" anchor="ctr" anchorCtr="0">
          <a:noAutofit/>
        </a:bodyPr>
        <a:lstStyle/>
        <a:p>
          <a:pPr marL="0" lvl="0" indent="0" algn="ctr" defTabSz="400050" rtl="0">
            <a:lnSpc>
              <a:spcPct val="90000"/>
            </a:lnSpc>
            <a:spcBef>
              <a:spcPct val="0"/>
            </a:spcBef>
            <a:spcAft>
              <a:spcPct val="35000"/>
            </a:spcAft>
            <a:buNone/>
          </a:pPr>
          <a:r>
            <a:rPr lang="en-GB" sz="900" b="1" kern="1200" dirty="0"/>
            <a:t>Results.   </a:t>
          </a:r>
          <a:r>
            <a:rPr lang="en-GB" sz="900" kern="1200" dirty="0"/>
            <a:t>              </a:t>
          </a:r>
          <a:r>
            <a:rPr lang="en-GB" sz="900" kern="1200" dirty="0">
              <a:latin typeface="Aptos Display" panose="02110004020202020204"/>
            </a:rPr>
            <a:t>                       </a:t>
          </a:r>
          <a:r>
            <a:rPr lang="en-GB" sz="900" kern="1200" dirty="0"/>
            <a:t>Priority task.      </a:t>
          </a:r>
          <a:r>
            <a:rPr lang="en-GB" sz="900" kern="1200" dirty="0">
              <a:latin typeface="Aptos Display" panose="02110004020202020204"/>
            </a:rPr>
            <a:t>                              </a:t>
          </a:r>
          <a:r>
            <a:rPr lang="en-GB" sz="900" kern="1200" dirty="0"/>
            <a:t>Week subjects.                         Suggested topics.                          Learning path.</a:t>
          </a:r>
        </a:p>
      </dsp:txBody>
      <dsp:txXfrm>
        <a:off x="6280911" y="5902055"/>
        <a:ext cx="1661545" cy="830772"/>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bProcess3">
  <dgm:title val=""/>
  <dgm:desc val=""/>
  <dgm:catLst>
    <dgm:cat type="process" pri="18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Lst>
        <dgm:ruleLst>
          <dgm:rule type="primFontSz" val="5"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5#1">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5#2">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11/09/2026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11/09/2026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11/09/2026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11/09/2026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11/09/2026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11/09/2026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11/09/2026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11/09/2026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11/09/2026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11/09/2026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11/09/2026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11/09/2026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8.jpeg"/><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image" Target="../media/image11.jpeg"/><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6.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0.xml.rels><?xml version="1.0" encoding="UTF-8" standalone="yes"?>
<Relationships xmlns="http://schemas.openxmlformats.org/package/2006/relationships"><Relationship Id="rId3" Type="http://schemas.openxmlformats.org/officeDocument/2006/relationships/hyperlink" Target="https://www.missbsresources.com/blog/conferences/" TargetMode="External"/><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4.sv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Class Notes School Studying Person Paper Images | Free Photos, PNG ...">
            <a:extLst>
              <a:ext uri="{FF2B5EF4-FFF2-40B4-BE49-F238E27FC236}">
                <a16:creationId xmlns:a16="http://schemas.microsoft.com/office/drawing/2014/main" id="{6B8ACCBD-FF21-75E8-B3C4-2C0B8717DF66}"/>
              </a:ext>
            </a:extLst>
          </p:cNvPr>
          <p:cNvPicPr>
            <a:picLocks noChangeAspect="1"/>
          </p:cNvPicPr>
          <p:nvPr/>
        </p:nvPicPr>
        <p:blipFill>
          <a:blip r:embed="rId2"/>
          <a:srcRect l="2692" r="3190" b="-1"/>
          <a:stretch>
            <a:fillRect/>
          </a:stretch>
        </p:blipFill>
        <p:spPr>
          <a:xfrm>
            <a:off x="1" y="10"/>
            <a:ext cx="9669642" cy="6857990"/>
          </a:xfrm>
          <a:prstGeom prst="rect">
            <a:avLst/>
          </a:prstGeom>
        </p:spPr>
      </p:pic>
      <p:sp>
        <p:nvSpPr>
          <p:cNvPr id="34" name="Rectangle 33">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125019"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7531610" y="365125"/>
            <a:ext cx="3822189" cy="1899912"/>
          </a:xfrm>
        </p:spPr>
        <p:txBody>
          <a:bodyPr vert="horz" lIns="91440" tIns="45720" rIns="91440" bIns="45720" rtlCol="0" anchor="ctr">
            <a:normAutofit/>
          </a:bodyPr>
          <a:lstStyle/>
          <a:p>
            <a:pPr algn="l"/>
            <a:r>
              <a:rPr lang="en-US" sz="4000" b="1" dirty="0"/>
              <a:t>Smart Student Academic Assistant</a:t>
            </a:r>
          </a:p>
        </p:txBody>
      </p:sp>
      <p:sp>
        <p:nvSpPr>
          <p:cNvPr id="3" name="Subtitle 2"/>
          <p:cNvSpPr>
            <a:spLocks noGrp="1"/>
          </p:cNvSpPr>
          <p:nvPr>
            <p:ph type="subTitle" idx="1"/>
          </p:nvPr>
        </p:nvSpPr>
        <p:spPr>
          <a:xfrm>
            <a:off x="7309669" y="2434201"/>
            <a:ext cx="4280612" cy="3742762"/>
          </a:xfrm>
        </p:spPr>
        <p:txBody>
          <a:bodyPr vert="horz" lIns="91440" tIns="45720" rIns="91440" bIns="45720" rtlCol="0" anchor="t">
            <a:normAutofit/>
          </a:bodyPr>
          <a:lstStyle/>
          <a:p>
            <a:pPr algn="l"/>
            <a:r>
              <a:rPr lang="en-US" sz="1900" b="1" dirty="0"/>
              <a:t>Group members</a:t>
            </a:r>
            <a:endParaRPr lang="en-US" b="1"/>
          </a:p>
          <a:p>
            <a:pPr marL="342900" indent="-228600" algn="l">
              <a:spcBef>
                <a:spcPts val="800"/>
              </a:spcBef>
              <a:buChar char="•"/>
            </a:pPr>
            <a:r>
              <a:rPr lang="en-US" sz="1800" dirty="0"/>
              <a:t>Bhavya Sharma-2510530423  </a:t>
            </a:r>
            <a:r>
              <a:rPr lang="en-US" sz="1900" dirty="0"/>
              <a:t>                </a:t>
            </a:r>
          </a:p>
          <a:p>
            <a:pPr marL="342900" indent="-228600" algn="l">
              <a:spcBef>
                <a:spcPts val="800"/>
              </a:spcBef>
              <a:buFont typeface="Arial" panose="020B0604020202020204" pitchFamily="34" charset="0"/>
              <a:buChar char="•"/>
            </a:pPr>
            <a:r>
              <a:rPr lang="en-US" sz="1800" dirty="0"/>
              <a:t>Samriddhi Gaur. -</a:t>
            </a:r>
            <a:r>
              <a:rPr lang="en-US" sz="1800" dirty="0">
                <a:ea typeface="+mn-lt"/>
                <a:cs typeface="+mn-lt"/>
              </a:rPr>
              <a:t>2510320436</a:t>
            </a:r>
          </a:p>
          <a:p>
            <a:pPr marL="342900" indent="-228600" algn="l">
              <a:spcBef>
                <a:spcPts val="800"/>
              </a:spcBef>
              <a:buFont typeface="Arial" panose="020B0604020202020204" pitchFamily="34" charset="0"/>
              <a:buChar char="•"/>
            </a:pPr>
            <a:r>
              <a:rPr lang="en-US" sz="1800" dirty="0"/>
              <a:t>Nisha Rana. -2510320527</a:t>
            </a:r>
          </a:p>
          <a:p>
            <a:pPr algn="l"/>
            <a:r>
              <a:rPr lang="en-US" sz="1900" b="1" dirty="0"/>
              <a:t>Mentor: Shivani Sharma</a:t>
            </a:r>
          </a:p>
          <a:p>
            <a:pPr algn="l"/>
            <a:r>
              <a:rPr lang="en-US" sz="1900" dirty="0"/>
              <a:t>Course : BCA</a:t>
            </a:r>
          </a:p>
          <a:p>
            <a:pPr algn="l"/>
            <a:r>
              <a:rPr lang="en-US" sz="1900" dirty="0"/>
              <a:t>Semester : 3rd</a:t>
            </a:r>
          </a:p>
          <a:p>
            <a:pPr algn="l"/>
            <a:r>
              <a:rPr lang="en-US" sz="1900" dirty="0"/>
              <a:t>Department : Computer Science</a:t>
            </a:r>
          </a:p>
          <a:p>
            <a:pPr algn="l"/>
            <a:r>
              <a:rPr lang="en-US" sz="1900" dirty="0"/>
              <a:t>Graphic era Deemed University.</a:t>
            </a:r>
          </a:p>
          <a:p>
            <a:pPr marL="114300" indent="-228600" algn="l">
              <a:buFont typeface="Arial" panose="020B0604020202020204" pitchFamily="34" charset="0"/>
              <a:buChar char="•"/>
            </a:pPr>
            <a:endParaRPr lang="en-US" sz="1900"/>
          </a:p>
          <a:p>
            <a:pPr indent="-228600" algn="l">
              <a:buFont typeface="Arial" panose="020B0604020202020204" pitchFamily="34" charset="0"/>
              <a:buChar char="•"/>
            </a:pPr>
            <a:endParaRPr lang="en-US" sz="1900"/>
          </a:p>
        </p:txBody>
      </p:sp>
      <p:sp>
        <p:nvSpPr>
          <p:cNvPr id="5" name="TextBox 4">
            <a:extLst>
              <a:ext uri="{FF2B5EF4-FFF2-40B4-BE49-F238E27FC236}">
                <a16:creationId xmlns:a16="http://schemas.microsoft.com/office/drawing/2014/main" id="{2E57D5BC-6440-6AEF-B61C-B9839E268912}"/>
              </a:ext>
            </a:extLst>
          </p:cNvPr>
          <p:cNvSpPr txBox="1"/>
          <p:nvPr/>
        </p:nvSpPr>
        <p:spPr>
          <a:xfrm>
            <a:off x="10496080" y="6493515"/>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Page NO. -1</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2659FDB4-FCBE-4A89-B46D-43D4FA544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313"/>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le 1">
            <a:extLst>
              <a:ext uri="{FF2B5EF4-FFF2-40B4-BE49-F238E27FC236}">
                <a16:creationId xmlns:a16="http://schemas.microsoft.com/office/drawing/2014/main" id="{F7363C38-4DEE-A3DC-CC0E-86C998D2E0FE}"/>
              </a:ext>
            </a:extLst>
          </p:cNvPr>
          <p:cNvSpPr>
            <a:spLocks noGrp="1"/>
          </p:cNvSpPr>
          <p:nvPr>
            <p:ph type="title"/>
          </p:nvPr>
        </p:nvSpPr>
        <p:spPr>
          <a:xfrm>
            <a:off x="479394" y="1070800"/>
            <a:ext cx="3939688" cy="5583126"/>
          </a:xfrm>
        </p:spPr>
        <p:txBody>
          <a:bodyPr>
            <a:normAutofit/>
          </a:bodyPr>
          <a:lstStyle/>
          <a:p>
            <a:pPr algn="r"/>
            <a:r>
              <a:rPr lang="en-GB" sz="5600" dirty="0"/>
              <a:t>Introduction</a:t>
            </a:r>
          </a:p>
        </p:txBody>
      </p:sp>
      <p:cxnSp>
        <p:nvCxnSpPr>
          <p:cNvPr id="25" name="Straight Connector 24">
            <a:extLst>
              <a:ext uri="{FF2B5EF4-FFF2-40B4-BE49-F238E27FC236}">
                <a16:creationId xmlns:a16="http://schemas.microsoft.com/office/drawing/2014/main" id="{C8F51B3F-8331-4E4A-AE96-D47B1006EE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8053" y="1132114"/>
            <a:ext cx="0" cy="5717573"/>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graphicFrame>
        <p:nvGraphicFramePr>
          <p:cNvPr id="26" name="Content Placeholder 2">
            <a:extLst>
              <a:ext uri="{FF2B5EF4-FFF2-40B4-BE49-F238E27FC236}">
                <a16:creationId xmlns:a16="http://schemas.microsoft.com/office/drawing/2014/main" id="{78DF31FB-8F1D-7719-8FC3-1E4B2775DBFB}"/>
              </a:ext>
            </a:extLst>
          </p:cNvPr>
          <p:cNvGraphicFramePr>
            <a:graphicFrameLocks noGrp="1"/>
          </p:cNvGraphicFramePr>
          <p:nvPr>
            <p:ph idx="1"/>
            <p:extLst>
              <p:ext uri="{D42A27DB-BD31-4B8C-83A1-F6EECF244321}">
                <p14:modId xmlns:p14="http://schemas.microsoft.com/office/powerpoint/2010/main" val="1727896662"/>
              </p:ext>
            </p:extLst>
          </p:nvPr>
        </p:nvGraphicFramePr>
        <p:xfrm>
          <a:off x="5108535" y="1070800"/>
          <a:ext cx="6245265" cy="55893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2" name="TextBox 21">
            <a:extLst>
              <a:ext uri="{FF2B5EF4-FFF2-40B4-BE49-F238E27FC236}">
                <a16:creationId xmlns:a16="http://schemas.microsoft.com/office/drawing/2014/main" id="{92110E16-F80E-6E09-0F09-E1B4CE9BEB12}"/>
              </a:ext>
            </a:extLst>
          </p:cNvPr>
          <p:cNvSpPr txBox="1"/>
          <p:nvPr/>
        </p:nvSpPr>
        <p:spPr>
          <a:xfrm>
            <a:off x="604157" y="6384284"/>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Page No.-2</a:t>
            </a:r>
          </a:p>
        </p:txBody>
      </p:sp>
    </p:spTree>
    <p:extLst>
      <p:ext uri="{BB962C8B-B14F-4D97-AF65-F5344CB8AC3E}">
        <p14:creationId xmlns:p14="http://schemas.microsoft.com/office/powerpoint/2010/main" val="12933823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4F7EBAE4-9945-4473-9E34-B2C66EA0F0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itle 1">
            <a:extLst>
              <a:ext uri="{FF2B5EF4-FFF2-40B4-BE49-F238E27FC236}">
                <a16:creationId xmlns:a16="http://schemas.microsoft.com/office/drawing/2014/main" id="{F35166E7-E600-327E-9F16-7619D78C6C15}"/>
              </a:ext>
            </a:extLst>
          </p:cNvPr>
          <p:cNvSpPr>
            <a:spLocks noGrp="1"/>
          </p:cNvSpPr>
          <p:nvPr>
            <p:ph type="title"/>
          </p:nvPr>
        </p:nvSpPr>
        <p:spPr>
          <a:xfrm>
            <a:off x="838200" y="365125"/>
            <a:ext cx="5393361" cy="1325563"/>
          </a:xfrm>
        </p:spPr>
        <p:txBody>
          <a:bodyPr>
            <a:normAutofit/>
          </a:bodyPr>
          <a:lstStyle/>
          <a:p>
            <a:r>
              <a:rPr lang="en-GB" dirty="0"/>
              <a:t>Problem Statement</a:t>
            </a:r>
          </a:p>
        </p:txBody>
      </p:sp>
      <p:pic>
        <p:nvPicPr>
          <p:cNvPr id="27" name="Picture 26">
            <a:extLst>
              <a:ext uri="{FF2B5EF4-FFF2-40B4-BE49-F238E27FC236}">
                <a16:creationId xmlns:a16="http://schemas.microsoft.com/office/drawing/2014/main" id="{31267381-7DB1-BA23-622E-50B053C7D007}"/>
              </a:ext>
            </a:extLst>
          </p:cNvPr>
          <p:cNvPicPr>
            <a:picLocks noChangeAspect="1"/>
          </p:cNvPicPr>
          <p:nvPr/>
        </p:nvPicPr>
        <p:blipFill>
          <a:blip r:embed="rId2"/>
          <a:srcRect l="11250" r="13498" b="-2"/>
          <a:stretch>
            <a:fillRect/>
          </a:stretch>
        </p:blipFill>
        <p:spPr>
          <a:xfrm>
            <a:off x="6374920" y="758514"/>
            <a:ext cx="5122238" cy="5122238"/>
          </a:xfrm>
          <a:custGeom>
            <a:avLst/>
            <a:gdLst/>
            <a:ahLst/>
            <a:cxnLst/>
            <a:rect l="l" t="t" r="r" b="b"/>
            <a:pathLst>
              <a:path w="2663168" h="2663168">
                <a:moveTo>
                  <a:pt x="1331584" y="0"/>
                </a:moveTo>
                <a:cubicBezTo>
                  <a:pt x="2066998" y="0"/>
                  <a:pt x="2663168" y="596170"/>
                  <a:pt x="2663168" y="1331584"/>
                </a:cubicBezTo>
                <a:cubicBezTo>
                  <a:pt x="2663168" y="2066998"/>
                  <a:pt x="2066998" y="2663168"/>
                  <a:pt x="1331584" y="2663168"/>
                </a:cubicBezTo>
                <a:cubicBezTo>
                  <a:pt x="596170" y="2663168"/>
                  <a:pt x="0" y="2066998"/>
                  <a:pt x="0" y="1331584"/>
                </a:cubicBezTo>
                <a:cubicBezTo>
                  <a:pt x="0" y="596170"/>
                  <a:pt x="596170" y="0"/>
                  <a:pt x="1331584" y="0"/>
                </a:cubicBezTo>
                <a:close/>
              </a:path>
            </a:pathLst>
          </a:custGeom>
        </p:spPr>
      </p:pic>
      <p:sp>
        <p:nvSpPr>
          <p:cNvPr id="55" name="!!Arc">
            <a:extLst>
              <a:ext uri="{FF2B5EF4-FFF2-40B4-BE49-F238E27FC236}">
                <a16:creationId xmlns:a16="http://schemas.microsoft.com/office/drawing/2014/main" id="{70BEB1E7-2F88-40BC-B73D-42E5B6F80B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89197" flipV="1">
            <a:off x="6261882" y="687822"/>
            <a:ext cx="5471147" cy="5471147"/>
          </a:xfrm>
          <a:prstGeom prst="arc">
            <a:avLst>
              <a:gd name="adj1" fmla="val 16200000"/>
              <a:gd name="adj2" fmla="val 20093138"/>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56" name="!!Oval">
            <a:extLst>
              <a:ext uri="{FF2B5EF4-FFF2-40B4-BE49-F238E27FC236}">
                <a16:creationId xmlns:a16="http://schemas.microsoft.com/office/drawing/2014/main" id="{A7B99495-F43F-4D80-A44F-2CB4764EB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48561" y="921125"/>
            <a:ext cx="791021" cy="769563"/>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graphicFrame>
        <p:nvGraphicFramePr>
          <p:cNvPr id="25" name="Content Placeholder 2">
            <a:extLst>
              <a:ext uri="{FF2B5EF4-FFF2-40B4-BE49-F238E27FC236}">
                <a16:creationId xmlns:a16="http://schemas.microsoft.com/office/drawing/2014/main" id="{D9633DD6-A4FC-F683-63D9-A2338480ACC1}"/>
              </a:ext>
            </a:extLst>
          </p:cNvPr>
          <p:cNvGraphicFramePr>
            <a:graphicFrameLocks noGrp="1"/>
          </p:cNvGraphicFramePr>
          <p:nvPr>
            <p:ph idx="1"/>
            <p:extLst>
              <p:ext uri="{D42A27DB-BD31-4B8C-83A1-F6EECF244321}">
                <p14:modId xmlns:p14="http://schemas.microsoft.com/office/powerpoint/2010/main" val="2074695615"/>
              </p:ext>
            </p:extLst>
          </p:nvPr>
        </p:nvGraphicFramePr>
        <p:xfrm>
          <a:off x="838200" y="1825625"/>
          <a:ext cx="5393361"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2" name="TextBox 11">
            <a:extLst>
              <a:ext uri="{FF2B5EF4-FFF2-40B4-BE49-F238E27FC236}">
                <a16:creationId xmlns:a16="http://schemas.microsoft.com/office/drawing/2014/main" id="{C657BF5F-EEBC-62DE-94D3-07A95A3D010B}"/>
              </a:ext>
            </a:extLst>
          </p:cNvPr>
          <p:cNvSpPr txBox="1"/>
          <p:nvPr/>
        </p:nvSpPr>
        <p:spPr>
          <a:xfrm>
            <a:off x="381000" y="6477000"/>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Page No.-3</a:t>
            </a:r>
          </a:p>
        </p:txBody>
      </p:sp>
    </p:spTree>
    <p:extLst>
      <p:ext uri="{BB962C8B-B14F-4D97-AF65-F5344CB8AC3E}">
        <p14:creationId xmlns:p14="http://schemas.microsoft.com/office/powerpoint/2010/main" val="20608153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362D44EE-C852-4460-B8B5-C4F2BC2051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8CDF1FC-060F-3E6C-1BE9-1D431F58CB37}"/>
              </a:ext>
            </a:extLst>
          </p:cNvPr>
          <p:cNvSpPr>
            <a:spLocks noGrp="1"/>
          </p:cNvSpPr>
          <p:nvPr>
            <p:ph type="title"/>
          </p:nvPr>
        </p:nvSpPr>
        <p:spPr>
          <a:xfrm>
            <a:off x="6332665" y="2835478"/>
            <a:ext cx="5334930" cy="3004145"/>
          </a:xfrm>
        </p:spPr>
        <p:txBody>
          <a:bodyPr vert="horz" lIns="91440" tIns="45720" rIns="91440" bIns="45720" rtlCol="0" anchor="b">
            <a:noAutofit/>
          </a:bodyPr>
          <a:lstStyle/>
          <a:p>
            <a:pPr algn="ctr"/>
            <a:r>
              <a:rPr lang="en-US" sz="2400" b="1" dirty="0">
                <a:highlight>
                  <a:srgbClr val="FFFFFF"/>
                </a:highlight>
              </a:rPr>
              <a:t>Problems faced:</a:t>
            </a:r>
            <a:endParaRPr lang="en-US" sz="2400">
              <a:highlight>
                <a:srgbClr val="606060"/>
              </a:highlight>
            </a:endParaRPr>
          </a:p>
          <a:p>
            <a:pPr marL="342900" indent="-342900">
              <a:buFont typeface="Arial"/>
              <a:buChar char="•"/>
            </a:pPr>
            <a:r>
              <a:rPr lang="en-US" sz="2000" dirty="0">
                <a:highlight>
                  <a:srgbClr val="FFFFFF"/>
                </a:highlight>
              </a:rPr>
              <a:t>Academic information is scattered. </a:t>
            </a:r>
            <a:endParaRPr lang="en-US" sz="2000">
              <a:highlight>
                <a:srgbClr val="606060"/>
              </a:highlight>
            </a:endParaRPr>
          </a:p>
          <a:p>
            <a:pPr marL="342900" indent="-342900">
              <a:buFont typeface="Arial"/>
              <a:buChar char="•"/>
            </a:pPr>
            <a:r>
              <a:rPr lang="en-US" sz="2000" dirty="0">
                <a:highlight>
                  <a:srgbClr val="FFFFFF"/>
                </a:highlight>
              </a:rPr>
              <a:t>Students may not know which subject may needs more attention. </a:t>
            </a:r>
            <a:endParaRPr lang="en-US" sz="2000">
              <a:highlight>
                <a:srgbClr val="606060"/>
              </a:highlight>
            </a:endParaRPr>
          </a:p>
          <a:p>
            <a:pPr marL="342900" indent="-342900">
              <a:buFont typeface="Arial"/>
              <a:buChar char="•"/>
            </a:pPr>
            <a:r>
              <a:rPr lang="en-US" sz="2000" dirty="0">
                <a:highlight>
                  <a:srgbClr val="FFFFFF"/>
                </a:highlight>
              </a:rPr>
              <a:t>Assignments may be completed without considering their urgency. </a:t>
            </a:r>
            <a:endParaRPr lang="en-US" sz="2000">
              <a:highlight>
                <a:srgbClr val="606060"/>
              </a:highlight>
            </a:endParaRPr>
          </a:p>
          <a:p>
            <a:pPr marL="342900" indent="-342900">
              <a:buFont typeface="Arial"/>
              <a:buChar char="•"/>
            </a:pPr>
            <a:r>
              <a:rPr lang="en-US" sz="2000" dirty="0">
                <a:highlight>
                  <a:srgbClr val="FFFFFF"/>
                </a:highlight>
              </a:rPr>
              <a:t>Prerequisite topics may be skipped. </a:t>
            </a:r>
            <a:endParaRPr lang="en-US" sz="2000">
              <a:highlight>
                <a:srgbClr val="606060"/>
              </a:highlight>
            </a:endParaRPr>
          </a:p>
          <a:p>
            <a:pPr marL="342900" indent="-342900">
              <a:buFont typeface="Arial"/>
              <a:buChar char="•"/>
            </a:pPr>
            <a:r>
              <a:rPr lang="en-US" sz="2000" dirty="0">
                <a:highlight>
                  <a:srgbClr val="FFFFFF"/>
                </a:highlight>
              </a:rPr>
              <a:t>There is no single place to view academic priorities. </a:t>
            </a:r>
            <a:endParaRPr lang="en-US" sz="2000">
              <a:highlight>
                <a:srgbClr val="606060"/>
              </a:highlight>
            </a:endParaRPr>
          </a:p>
          <a:p>
            <a:pPr algn="ctr"/>
            <a:br>
              <a:rPr lang="en-US" sz="2000" b="1" dirty="0">
                <a:highlight>
                  <a:srgbClr val="FFFFFF"/>
                </a:highlight>
              </a:rPr>
            </a:br>
            <a:r>
              <a:rPr lang="en-US" sz="2000" b="1" dirty="0">
                <a:highlight>
                  <a:srgbClr val="FFFFFF"/>
                </a:highlight>
              </a:rPr>
              <a:t>Our Problem:</a:t>
            </a:r>
            <a:endParaRPr lang="en-US" sz="2000" dirty="0">
              <a:highlight>
                <a:srgbClr val="606060"/>
              </a:highlight>
            </a:endParaRPr>
          </a:p>
          <a:p>
            <a:pPr algn="ctr"/>
            <a:r>
              <a:rPr lang="en-US" sz="2000" b="1" dirty="0">
                <a:highlight>
                  <a:srgbClr val="FFFFFF"/>
                </a:highlight>
              </a:rPr>
              <a:t>How can we organize student academic information and use DSA-based processing to help students identify priorities and plan their studies?</a:t>
            </a:r>
            <a:endParaRPr lang="en-US" sz="2000">
              <a:highlight>
                <a:srgbClr val="606060"/>
              </a:highlight>
            </a:endParaRPr>
          </a:p>
          <a:p>
            <a:pPr algn="ctr"/>
            <a:endParaRPr lang="en-US" sz="2000" dirty="0"/>
          </a:p>
        </p:txBody>
      </p:sp>
      <p:sp>
        <p:nvSpPr>
          <p:cNvPr id="19" name="Freeform: Shape 18">
            <a:extLst>
              <a:ext uri="{FF2B5EF4-FFF2-40B4-BE49-F238E27FC236}">
                <a16:creationId xmlns:a16="http://schemas.microsoft.com/office/drawing/2014/main" id="{658970D8-8D1D-4B5C-894B-E871CC8654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30529" y="1"/>
            <a:ext cx="1155142" cy="591009"/>
          </a:xfrm>
          <a:custGeom>
            <a:avLst/>
            <a:gdLst>
              <a:gd name="connsiteX0" fmla="*/ 1355 w 1155142"/>
              <a:gd name="connsiteY0" fmla="*/ 0 h 591009"/>
              <a:gd name="connsiteX1" fmla="*/ 1153787 w 1155142"/>
              <a:gd name="connsiteY1" fmla="*/ 0 h 591009"/>
              <a:gd name="connsiteX2" fmla="*/ 1155142 w 1155142"/>
              <a:gd name="connsiteY2" fmla="*/ 13438 h 591009"/>
              <a:gd name="connsiteX3" fmla="*/ 577571 w 1155142"/>
              <a:gd name="connsiteY3" fmla="*/ 591009 h 591009"/>
              <a:gd name="connsiteX4" fmla="*/ 0 w 1155142"/>
              <a:gd name="connsiteY4" fmla="*/ 13438 h 5910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5142" h="591009">
                <a:moveTo>
                  <a:pt x="1355" y="0"/>
                </a:moveTo>
                <a:lnTo>
                  <a:pt x="1153787" y="0"/>
                </a:lnTo>
                <a:lnTo>
                  <a:pt x="1155142" y="13438"/>
                </a:lnTo>
                <a:cubicBezTo>
                  <a:pt x="1155142" y="332422"/>
                  <a:pt x="896555" y="591009"/>
                  <a:pt x="577571" y="591009"/>
                </a:cubicBezTo>
                <a:cubicBezTo>
                  <a:pt x="258587" y="591009"/>
                  <a:pt x="0" y="332422"/>
                  <a:pt x="0" y="13438"/>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1" name="Freeform: Shape 20">
            <a:extLst>
              <a:ext uri="{FF2B5EF4-FFF2-40B4-BE49-F238E27FC236}">
                <a16:creationId xmlns:a16="http://schemas.microsoft.com/office/drawing/2014/main" id="{F227E5B6-9132-43CA-B503-37A18562AD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349052" y="0"/>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03C2051E-A88D-48E5-BACF-AAED178927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2916245"/>
            <a:ext cx="159741" cy="552996"/>
          </a:xfrm>
          <a:custGeom>
            <a:avLst/>
            <a:gdLst>
              <a:gd name="connsiteX0" fmla="*/ 159741 w 159741"/>
              <a:gd name="connsiteY0" fmla="*/ 0 h 552996"/>
              <a:gd name="connsiteX1" fmla="*/ 159741 w 159741"/>
              <a:gd name="connsiteY1" fmla="*/ 552996 h 552996"/>
              <a:gd name="connsiteX2" fmla="*/ 141849 w 159741"/>
              <a:gd name="connsiteY2" fmla="*/ 543285 h 552996"/>
              <a:gd name="connsiteX3" fmla="*/ 0 w 159741"/>
              <a:gd name="connsiteY3" fmla="*/ 276498 h 552996"/>
              <a:gd name="connsiteX4" fmla="*/ 141849 w 159741"/>
              <a:gd name="connsiteY4" fmla="*/ 9711 h 5529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9741" h="552996">
                <a:moveTo>
                  <a:pt x="159741" y="0"/>
                </a:moveTo>
                <a:lnTo>
                  <a:pt x="159741" y="552996"/>
                </a:lnTo>
                <a:lnTo>
                  <a:pt x="141849" y="543285"/>
                </a:lnTo>
                <a:cubicBezTo>
                  <a:pt x="56268" y="485467"/>
                  <a:pt x="0" y="387554"/>
                  <a:pt x="0" y="276498"/>
                </a:cubicBezTo>
                <a:cubicBezTo>
                  <a:pt x="0" y="165443"/>
                  <a:pt x="56268" y="67529"/>
                  <a:pt x="141849" y="9711"/>
                </a:cubicBezTo>
                <a:close/>
              </a:path>
            </a:pathLst>
          </a:custGeom>
          <a:solidFill>
            <a:schemeClr val="accent2"/>
          </a:solidFill>
          <a:ln w="12700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5" name="Freeform: Shape 24">
            <a:extLst>
              <a:ext uri="{FF2B5EF4-FFF2-40B4-BE49-F238E27FC236}">
                <a16:creationId xmlns:a16="http://schemas.microsoft.com/office/drawing/2014/main" id="{7821A508-2985-4905-874A-527429BAAB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835649"/>
            <a:ext cx="1548180" cy="1022351"/>
          </a:xfrm>
          <a:custGeom>
            <a:avLst/>
            <a:gdLst>
              <a:gd name="connsiteX0" fmla="*/ 61913 w 1548180"/>
              <a:gd name="connsiteY0" fmla="*/ 0 h 1022351"/>
              <a:gd name="connsiteX1" fmla="*/ 1548180 w 1548180"/>
              <a:gd name="connsiteY1" fmla="*/ 0 h 1022351"/>
              <a:gd name="connsiteX2" fmla="*/ 1548180 w 1548180"/>
              <a:gd name="connsiteY2" fmla="*/ 123825 h 1022351"/>
              <a:gd name="connsiteX3" fmla="*/ 123825 w 1548180"/>
              <a:gd name="connsiteY3" fmla="*/ 123825 h 1022351"/>
              <a:gd name="connsiteX4" fmla="*/ 123825 w 1548180"/>
              <a:gd name="connsiteY4" fmla="*/ 1022351 h 1022351"/>
              <a:gd name="connsiteX5" fmla="*/ 0 w 1548180"/>
              <a:gd name="connsiteY5" fmla="*/ 1022351 h 1022351"/>
              <a:gd name="connsiteX6" fmla="*/ 0 w 1548180"/>
              <a:gd name="connsiteY6" fmla="*/ 61913 h 1022351"/>
              <a:gd name="connsiteX7" fmla="*/ 61913 w 1548180"/>
              <a:gd name="connsiteY7" fmla="*/ 0 h 1022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48180" h="1022351">
                <a:moveTo>
                  <a:pt x="61913" y="0"/>
                </a:moveTo>
                <a:lnTo>
                  <a:pt x="1548180" y="0"/>
                </a:lnTo>
                <a:lnTo>
                  <a:pt x="1548180" y="123825"/>
                </a:lnTo>
                <a:lnTo>
                  <a:pt x="123825" y="123825"/>
                </a:lnTo>
                <a:lnTo>
                  <a:pt x="123825" y="1022351"/>
                </a:lnTo>
                <a:lnTo>
                  <a:pt x="0" y="1022351"/>
                </a:ln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2929CB1-0E3C-4B2D-ADC5-0154FB33B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697761" y="5717906"/>
            <a:ext cx="1771609" cy="1140095"/>
          </a:xfrm>
          <a:custGeom>
            <a:avLst/>
            <a:gdLst>
              <a:gd name="connsiteX0" fmla="*/ 1561721 w 1771609"/>
              <a:gd name="connsiteY0" fmla="*/ 763041 h 1140095"/>
              <a:gd name="connsiteX1" fmla="*/ 1623024 w 1771609"/>
              <a:gd name="connsiteY1" fmla="*/ 792810 h 1140095"/>
              <a:gd name="connsiteX2" fmla="*/ 1711735 w 1771609"/>
              <a:gd name="connsiteY2" fmla="*/ 970132 h 1140095"/>
              <a:gd name="connsiteX3" fmla="*/ 1771609 w 1771609"/>
              <a:gd name="connsiteY3" fmla="*/ 1140095 h 1140095"/>
              <a:gd name="connsiteX4" fmla="*/ 1637225 w 1771609"/>
              <a:gd name="connsiteY4" fmla="*/ 1140095 h 1140095"/>
              <a:gd name="connsiteX5" fmla="*/ 1594820 w 1771609"/>
              <a:gd name="connsiteY5" fmla="*/ 1019711 h 1140095"/>
              <a:gd name="connsiteX6" fmla="*/ 1513200 w 1771609"/>
              <a:gd name="connsiteY6" fmla="*/ 856627 h 1140095"/>
              <a:gd name="connsiteX7" fmla="*/ 1538499 w 1771609"/>
              <a:gd name="connsiteY7" fmla="*/ 770415 h 1140095"/>
              <a:gd name="connsiteX8" fmla="*/ 1561721 w 1771609"/>
              <a:gd name="connsiteY8" fmla="*/ 763041 h 1140095"/>
              <a:gd name="connsiteX9" fmla="*/ 933455 w 1771609"/>
              <a:gd name="connsiteY9" fmla="*/ 161309 h 1140095"/>
              <a:gd name="connsiteX10" fmla="*/ 957797 w 1771609"/>
              <a:gd name="connsiteY10" fmla="*/ 167970 h 1140095"/>
              <a:gd name="connsiteX11" fmla="*/ 1286982 w 1771609"/>
              <a:gd name="connsiteY11" fmla="*/ 387616 h 1140095"/>
              <a:gd name="connsiteX12" fmla="*/ 1293725 w 1771609"/>
              <a:gd name="connsiteY12" fmla="*/ 477075 h 1140095"/>
              <a:gd name="connsiteX13" fmla="*/ 1245453 w 1771609"/>
              <a:gd name="connsiteY13" fmla="*/ 499154 h 1140095"/>
              <a:gd name="connsiteX14" fmla="*/ 1245167 w 1771609"/>
              <a:gd name="connsiteY14" fmla="*/ 499154 h 1140095"/>
              <a:gd name="connsiteX15" fmla="*/ 1203638 w 1771609"/>
              <a:gd name="connsiteY15" fmla="*/ 484104 h 1140095"/>
              <a:gd name="connsiteX16" fmla="*/ 900647 w 1771609"/>
              <a:gd name="connsiteY16" fmla="*/ 281508 h 1140095"/>
              <a:gd name="connsiteX17" fmla="*/ 872454 w 1771609"/>
              <a:gd name="connsiteY17" fmla="*/ 196164 h 1140095"/>
              <a:gd name="connsiteX18" fmla="*/ 933455 w 1771609"/>
              <a:gd name="connsiteY18" fmla="*/ 161309 h 1140095"/>
              <a:gd name="connsiteX19" fmla="*/ 256260 w 1771609"/>
              <a:gd name="connsiteY19" fmla="*/ 29 h 1140095"/>
              <a:gd name="connsiteX20" fmla="*/ 454020 w 1771609"/>
              <a:gd name="connsiteY20" fmla="*/ 13474 h 1140095"/>
              <a:gd name="connsiteX21" fmla="*/ 509236 w 1771609"/>
              <a:gd name="connsiteY21" fmla="*/ 84182 h 1140095"/>
              <a:gd name="connsiteX22" fmla="*/ 445829 w 1771609"/>
              <a:gd name="connsiteY22" fmla="*/ 139871 h 1140095"/>
              <a:gd name="connsiteX23" fmla="*/ 437447 w 1771609"/>
              <a:gd name="connsiteY23" fmla="*/ 139395 h 1140095"/>
              <a:gd name="connsiteX24" fmla="*/ 73211 w 1771609"/>
              <a:gd name="connsiteY24" fmla="*/ 137204 h 1140095"/>
              <a:gd name="connsiteX25" fmla="*/ 749 w 1771609"/>
              <a:gd name="connsiteY25" fmla="*/ 84082 h 1140095"/>
              <a:gd name="connsiteX26" fmla="*/ 53871 w 1771609"/>
              <a:gd name="connsiteY26" fmla="*/ 11621 h 1140095"/>
              <a:gd name="connsiteX27" fmla="*/ 58352 w 1771609"/>
              <a:gd name="connsiteY27" fmla="*/ 11093 h 1140095"/>
              <a:gd name="connsiteX28" fmla="*/ 256260 w 1771609"/>
              <a:gd name="connsiteY28" fmla="*/ 29 h 1140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771609" h="1140095">
                <a:moveTo>
                  <a:pt x="1561721" y="763041"/>
                </a:moveTo>
                <a:cubicBezTo>
                  <a:pt x="1585506" y="760324"/>
                  <a:pt x="1609722" y="771249"/>
                  <a:pt x="1623024" y="792810"/>
                </a:cubicBezTo>
                <a:cubicBezTo>
                  <a:pt x="1656300" y="850065"/>
                  <a:pt x="1685920" y="909291"/>
                  <a:pt x="1711735" y="970132"/>
                </a:cubicBezTo>
                <a:lnTo>
                  <a:pt x="1771609" y="1140095"/>
                </a:lnTo>
                <a:lnTo>
                  <a:pt x="1637225" y="1140095"/>
                </a:lnTo>
                <a:lnTo>
                  <a:pt x="1594820" y="1019711"/>
                </a:lnTo>
                <a:cubicBezTo>
                  <a:pt x="1571072" y="963753"/>
                  <a:pt x="1543818" y="909282"/>
                  <a:pt x="1513200" y="856627"/>
                </a:cubicBezTo>
                <a:cubicBezTo>
                  <a:pt x="1496379" y="825834"/>
                  <a:pt x="1507704" y="787236"/>
                  <a:pt x="1538499" y="770415"/>
                </a:cubicBezTo>
                <a:cubicBezTo>
                  <a:pt x="1545912" y="766367"/>
                  <a:pt x="1553792" y="763946"/>
                  <a:pt x="1561721" y="763041"/>
                </a:cubicBezTo>
                <a:close/>
                <a:moveTo>
                  <a:pt x="933455" y="161309"/>
                </a:moveTo>
                <a:cubicBezTo>
                  <a:pt x="941693" y="161855"/>
                  <a:pt x="949959" y="164025"/>
                  <a:pt x="957797" y="167970"/>
                </a:cubicBezTo>
                <a:cubicBezTo>
                  <a:pt x="1076184" y="227289"/>
                  <a:pt x="1186759" y="301068"/>
                  <a:pt x="1286982" y="387616"/>
                </a:cubicBezTo>
                <a:cubicBezTo>
                  <a:pt x="1313547" y="410457"/>
                  <a:pt x="1316566" y="450510"/>
                  <a:pt x="1293725" y="477075"/>
                </a:cubicBezTo>
                <a:cubicBezTo>
                  <a:pt x="1281638" y="491137"/>
                  <a:pt x="1263998" y="499204"/>
                  <a:pt x="1245453" y="499154"/>
                </a:cubicBezTo>
                <a:lnTo>
                  <a:pt x="1245167" y="499154"/>
                </a:lnTo>
                <a:cubicBezTo>
                  <a:pt x="1229965" y="499301"/>
                  <a:pt x="1215220" y="493956"/>
                  <a:pt x="1203638" y="484104"/>
                </a:cubicBezTo>
                <a:cubicBezTo>
                  <a:pt x="1111407" y="404300"/>
                  <a:pt x="1009633" y="336248"/>
                  <a:pt x="900647" y="281508"/>
                </a:cubicBezTo>
                <a:cubicBezTo>
                  <a:pt x="869295" y="265726"/>
                  <a:pt x="856672" y="227516"/>
                  <a:pt x="872454" y="196164"/>
                </a:cubicBezTo>
                <a:cubicBezTo>
                  <a:pt x="884290" y="172650"/>
                  <a:pt x="908742" y="159670"/>
                  <a:pt x="933455" y="161309"/>
                </a:cubicBezTo>
                <a:close/>
                <a:moveTo>
                  <a:pt x="256260" y="29"/>
                </a:moveTo>
                <a:cubicBezTo>
                  <a:pt x="322331" y="427"/>
                  <a:pt x="388378" y="4909"/>
                  <a:pt x="454020" y="13474"/>
                </a:cubicBezTo>
                <a:cubicBezTo>
                  <a:pt x="488793" y="17752"/>
                  <a:pt x="513514" y="49409"/>
                  <a:pt x="509236" y="84182"/>
                </a:cubicBezTo>
                <a:cubicBezTo>
                  <a:pt x="505303" y="116151"/>
                  <a:pt x="478038" y="140098"/>
                  <a:pt x="445829" y="139871"/>
                </a:cubicBezTo>
                <a:cubicBezTo>
                  <a:pt x="443027" y="139899"/>
                  <a:pt x="440227" y="139740"/>
                  <a:pt x="437447" y="139395"/>
                </a:cubicBezTo>
                <a:cubicBezTo>
                  <a:pt x="316592" y="123615"/>
                  <a:pt x="194247" y="122878"/>
                  <a:pt x="73211" y="137204"/>
                </a:cubicBezTo>
                <a:cubicBezTo>
                  <a:pt x="38532" y="142545"/>
                  <a:pt x="6090" y="118762"/>
                  <a:pt x="749" y="84082"/>
                </a:cubicBezTo>
                <a:cubicBezTo>
                  <a:pt x="-4591" y="49403"/>
                  <a:pt x="19192" y="16961"/>
                  <a:pt x="53871" y="11621"/>
                </a:cubicBezTo>
                <a:cubicBezTo>
                  <a:pt x="55358" y="11392"/>
                  <a:pt x="56852" y="11216"/>
                  <a:pt x="58352" y="11093"/>
                </a:cubicBezTo>
                <a:cubicBezTo>
                  <a:pt x="124093" y="3319"/>
                  <a:pt x="190189" y="-369"/>
                  <a:pt x="256260" y="29"/>
                </a:cubicBezTo>
                <a:close/>
              </a:path>
            </a:pathLst>
          </a:custGeom>
          <a:solidFill>
            <a:schemeClr val="accent4"/>
          </a:solidFill>
          <a:ln w="9525" cap="flat">
            <a:noFill/>
            <a:prstDash val="solid"/>
            <a:miter/>
          </a:ln>
        </p:spPr>
        <p:txBody>
          <a:bodyPr rtlCol="0" anchor="ctr"/>
          <a:lstStyle/>
          <a:p>
            <a:endParaRPr lang="en-US"/>
          </a:p>
        </p:txBody>
      </p:sp>
      <p:pic>
        <p:nvPicPr>
          <p:cNvPr id="5" name="Picture 4">
            <a:extLst>
              <a:ext uri="{FF2B5EF4-FFF2-40B4-BE49-F238E27FC236}">
                <a16:creationId xmlns:a16="http://schemas.microsoft.com/office/drawing/2014/main" id="{2065A664-8C85-405A-05BF-76537CEAE1CC}"/>
              </a:ext>
            </a:extLst>
          </p:cNvPr>
          <p:cNvPicPr>
            <a:picLocks noChangeAspect="1"/>
          </p:cNvPicPr>
          <p:nvPr/>
        </p:nvPicPr>
        <p:blipFill>
          <a:blip r:embed="rId2"/>
          <a:srcRect l="16767" r="14234" b="1"/>
          <a:stretch>
            <a:fillRect/>
          </a:stretch>
        </p:blipFill>
        <p:spPr>
          <a:xfrm>
            <a:off x="631840" y="598720"/>
            <a:ext cx="5178249" cy="5178249"/>
          </a:xfrm>
          <a:custGeom>
            <a:avLst/>
            <a:gdLst/>
            <a:ahLst/>
            <a:cxnLst/>
            <a:rect l="l" t="t" r="r" b="b"/>
            <a:pathLst>
              <a:path w="3741748" h="3741748">
                <a:moveTo>
                  <a:pt x="1870874" y="0"/>
                </a:moveTo>
                <a:cubicBezTo>
                  <a:pt x="2904129" y="0"/>
                  <a:pt x="3741748" y="837619"/>
                  <a:pt x="3741748" y="1870874"/>
                </a:cubicBezTo>
                <a:cubicBezTo>
                  <a:pt x="3741748" y="2904129"/>
                  <a:pt x="2904129" y="3741748"/>
                  <a:pt x="1870874" y="3741748"/>
                </a:cubicBezTo>
                <a:cubicBezTo>
                  <a:pt x="837619" y="3741748"/>
                  <a:pt x="0" y="2904129"/>
                  <a:pt x="0" y="1870874"/>
                </a:cubicBezTo>
                <a:cubicBezTo>
                  <a:pt x="0" y="837619"/>
                  <a:pt x="837619" y="0"/>
                  <a:pt x="1870874" y="0"/>
                </a:cubicBezTo>
                <a:close/>
              </a:path>
            </a:pathLst>
          </a:custGeom>
        </p:spPr>
      </p:pic>
      <p:sp>
        <p:nvSpPr>
          <p:cNvPr id="29" name="Freeform: Shape 28">
            <a:extLst>
              <a:ext uri="{FF2B5EF4-FFF2-40B4-BE49-F238E27FC236}">
                <a16:creationId xmlns:a16="http://schemas.microsoft.com/office/drawing/2014/main" id="{5F2F0C84-BE8C-4DC2-A6D3-30349A801D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520513" y="6258756"/>
            <a:ext cx="1565940" cy="599245"/>
          </a:xfrm>
          <a:custGeom>
            <a:avLst/>
            <a:gdLst>
              <a:gd name="connsiteX0" fmla="*/ 782970 w 1565940"/>
              <a:gd name="connsiteY0" fmla="*/ 0 h 599245"/>
              <a:gd name="connsiteX1" fmla="*/ 1528042 w 1565940"/>
              <a:gd name="connsiteY1" fmla="*/ 480469 h 599245"/>
              <a:gd name="connsiteX2" fmla="*/ 1565940 w 1565940"/>
              <a:gd name="connsiteY2" fmla="*/ 599245 h 599245"/>
              <a:gd name="connsiteX3" fmla="*/ 0 w 1565940"/>
              <a:gd name="connsiteY3" fmla="*/ 599245 h 599245"/>
              <a:gd name="connsiteX4" fmla="*/ 37898 w 1565940"/>
              <a:gd name="connsiteY4" fmla="*/ 480469 h 599245"/>
              <a:gd name="connsiteX5" fmla="*/ 782970 w 1565940"/>
              <a:gd name="connsiteY5" fmla="*/ 0 h 599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5940" h="599245">
                <a:moveTo>
                  <a:pt x="782970" y="0"/>
                </a:moveTo>
                <a:cubicBezTo>
                  <a:pt x="1117910" y="0"/>
                  <a:pt x="1405287" y="198118"/>
                  <a:pt x="1528042" y="480469"/>
                </a:cubicBezTo>
                <a:lnTo>
                  <a:pt x="1565940" y="599245"/>
                </a:lnTo>
                <a:lnTo>
                  <a:pt x="0" y="599245"/>
                </a:lnTo>
                <a:lnTo>
                  <a:pt x="37898" y="480469"/>
                </a:lnTo>
                <a:cubicBezTo>
                  <a:pt x="160653" y="198118"/>
                  <a:pt x="448030" y="0"/>
                  <a:pt x="782970"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 name="TextBox 2">
            <a:extLst>
              <a:ext uri="{FF2B5EF4-FFF2-40B4-BE49-F238E27FC236}">
                <a16:creationId xmlns:a16="http://schemas.microsoft.com/office/drawing/2014/main" id="{5B08287F-233E-5F67-907A-EC08AC37178C}"/>
              </a:ext>
            </a:extLst>
          </p:cNvPr>
          <p:cNvSpPr txBox="1"/>
          <p:nvPr/>
        </p:nvSpPr>
        <p:spPr>
          <a:xfrm>
            <a:off x="175484" y="6555827"/>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Page No.-4</a:t>
            </a:r>
          </a:p>
        </p:txBody>
      </p:sp>
    </p:spTree>
    <p:extLst>
      <p:ext uri="{BB962C8B-B14F-4D97-AF65-F5344CB8AC3E}">
        <p14:creationId xmlns:p14="http://schemas.microsoft.com/office/powerpoint/2010/main" val="42917624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7" name="Picture 26">
            <a:extLst>
              <a:ext uri="{FF2B5EF4-FFF2-40B4-BE49-F238E27FC236}">
                <a16:creationId xmlns:a16="http://schemas.microsoft.com/office/drawing/2014/main" id="{8701D484-450F-DC4B-6F7D-5F2065F18632}"/>
              </a:ext>
            </a:extLst>
          </p:cNvPr>
          <p:cNvPicPr>
            <a:picLocks noChangeAspect="1"/>
          </p:cNvPicPr>
          <p:nvPr/>
        </p:nvPicPr>
        <p:blipFill>
          <a:blip r:embed="rId2"/>
          <a:srcRect l="35707" r="16754" b="2"/>
          <a:stretch>
            <a:fillRect/>
          </a:stretch>
        </p:blipFill>
        <p:spPr>
          <a:xfrm>
            <a:off x="2152422" y="1587"/>
            <a:ext cx="4846882" cy="6856413"/>
          </a:xfrm>
          <a:custGeom>
            <a:avLst/>
            <a:gdLst/>
            <a:ahLst/>
            <a:cxnLst/>
            <a:rect l="l" t="t" r="r" b="b"/>
            <a:pathLst>
              <a:path w="5110407" h="6856413">
                <a:moveTo>
                  <a:pt x="121782" y="0"/>
                </a:moveTo>
                <a:lnTo>
                  <a:pt x="4731440" y="0"/>
                </a:lnTo>
                <a:lnTo>
                  <a:pt x="4775629" y="179775"/>
                </a:lnTo>
                <a:cubicBezTo>
                  <a:pt x="5052916" y="1415453"/>
                  <a:pt x="5165791" y="2739148"/>
                  <a:pt x="5084710" y="4108260"/>
                </a:cubicBezTo>
                <a:cubicBezTo>
                  <a:pt x="5038379" y="4890611"/>
                  <a:pt x="4930907" y="5650759"/>
                  <a:pt x="4768709" y="6381464"/>
                </a:cubicBezTo>
                <a:lnTo>
                  <a:pt x="4653290" y="6856413"/>
                </a:lnTo>
                <a:lnTo>
                  <a:pt x="0" y="6856413"/>
                </a:lnTo>
                <a:lnTo>
                  <a:pt x="21062" y="6803488"/>
                </a:lnTo>
                <a:cubicBezTo>
                  <a:pt x="355644" y="5917239"/>
                  <a:pt x="573134" y="4914171"/>
                  <a:pt x="636462" y="3844830"/>
                </a:cubicBezTo>
                <a:cubicBezTo>
                  <a:pt x="713862" y="2537857"/>
                  <a:pt x="550895" y="1302013"/>
                  <a:pt x="203879" y="236924"/>
                </a:cubicBezTo>
                <a:close/>
              </a:path>
            </a:pathLst>
          </a:custGeom>
        </p:spPr>
      </p:pic>
      <p:sp>
        <p:nvSpPr>
          <p:cNvPr id="2" name="Title 1">
            <a:extLst>
              <a:ext uri="{FF2B5EF4-FFF2-40B4-BE49-F238E27FC236}">
                <a16:creationId xmlns:a16="http://schemas.microsoft.com/office/drawing/2014/main" id="{1BD54925-0713-B06C-8E92-BC5FDBBAA1CE}"/>
              </a:ext>
            </a:extLst>
          </p:cNvPr>
          <p:cNvSpPr>
            <a:spLocks noGrp="1"/>
          </p:cNvSpPr>
          <p:nvPr>
            <p:ph type="title"/>
          </p:nvPr>
        </p:nvSpPr>
        <p:spPr>
          <a:xfrm>
            <a:off x="481012" y="485775"/>
            <a:ext cx="2825506" cy="5719762"/>
          </a:xfrm>
        </p:spPr>
        <p:txBody>
          <a:bodyPr>
            <a:normAutofit/>
          </a:bodyPr>
          <a:lstStyle/>
          <a:p>
            <a:r>
              <a:rPr lang="en-GB" sz="3600"/>
              <a:t>Objectives</a:t>
            </a:r>
          </a:p>
        </p:txBody>
      </p:sp>
      <p:sp>
        <p:nvSpPr>
          <p:cNvPr id="3" name="Content Placeholder 2">
            <a:extLst>
              <a:ext uri="{FF2B5EF4-FFF2-40B4-BE49-F238E27FC236}">
                <a16:creationId xmlns:a16="http://schemas.microsoft.com/office/drawing/2014/main" id="{A847E2D5-F750-75FB-A22B-BA095BA7BC5E}"/>
              </a:ext>
            </a:extLst>
          </p:cNvPr>
          <p:cNvSpPr>
            <a:spLocks noGrp="1"/>
          </p:cNvSpPr>
          <p:nvPr>
            <p:ph idx="1"/>
          </p:nvPr>
        </p:nvSpPr>
        <p:spPr>
          <a:xfrm>
            <a:off x="7128005" y="552867"/>
            <a:ext cx="4594533" cy="5941704"/>
          </a:xfrm>
        </p:spPr>
        <p:txBody>
          <a:bodyPr vert="horz" lIns="91440" tIns="45720" rIns="91440" bIns="45720" rtlCol="0" anchor="ctr">
            <a:normAutofit/>
          </a:bodyPr>
          <a:lstStyle/>
          <a:p>
            <a:pPr>
              <a:buAutoNum type="arabicPeriod"/>
            </a:pPr>
            <a:r>
              <a:rPr lang="en-IN" sz="1800" dirty="0">
                <a:highlight>
                  <a:srgbClr val="FFFFFF"/>
                </a:highlight>
                <a:latin typeface="Calibri"/>
                <a:ea typeface="Calibri"/>
                <a:cs typeface="Calibri"/>
              </a:rPr>
              <a:t>To maintain student and subject academic information. </a:t>
            </a:r>
            <a:endParaRPr lang="en-GB" sz="1800">
              <a:highlight>
                <a:srgbClr val="606060"/>
              </a:highlight>
              <a:latin typeface="Calibri"/>
              <a:ea typeface="Calibri"/>
              <a:cs typeface="Calibri"/>
            </a:endParaRPr>
          </a:p>
          <a:p>
            <a:pPr>
              <a:buAutoNum type="arabicPeriod"/>
            </a:pPr>
            <a:r>
              <a:rPr lang="en-IN" sz="1800" dirty="0">
                <a:highlight>
                  <a:srgbClr val="FFFFFF"/>
                </a:highlight>
                <a:latin typeface="Calibri"/>
                <a:ea typeface="Calibri"/>
                <a:cs typeface="Calibri"/>
              </a:rPr>
              <a:t>To store and analyse subject marks. </a:t>
            </a:r>
            <a:endParaRPr lang="en-GB" sz="1800">
              <a:highlight>
                <a:srgbClr val="606060"/>
              </a:highlight>
              <a:latin typeface="Calibri"/>
              <a:ea typeface="Calibri"/>
              <a:cs typeface="Calibri"/>
            </a:endParaRPr>
          </a:p>
          <a:p>
            <a:pPr>
              <a:buAutoNum type="arabicPeriod"/>
            </a:pPr>
            <a:r>
              <a:rPr lang="en-IN" sz="1800" dirty="0">
                <a:highlight>
                  <a:srgbClr val="FFFFFF"/>
                </a:highlight>
                <a:latin typeface="Calibri"/>
                <a:ea typeface="Calibri"/>
                <a:cs typeface="Calibri"/>
              </a:rPr>
              <a:t>To identify subjects that require more attention. </a:t>
            </a:r>
            <a:endParaRPr lang="en-GB" sz="1800">
              <a:highlight>
                <a:srgbClr val="606060"/>
              </a:highlight>
              <a:latin typeface="Calibri"/>
              <a:ea typeface="Calibri"/>
              <a:cs typeface="Calibri"/>
            </a:endParaRPr>
          </a:p>
          <a:p>
            <a:pPr>
              <a:buAutoNum type="arabicPeriod"/>
            </a:pPr>
            <a:r>
              <a:rPr lang="en-IN" sz="1800" dirty="0">
                <a:highlight>
                  <a:srgbClr val="FFFFFF"/>
                </a:highlight>
                <a:latin typeface="Calibri"/>
                <a:ea typeface="Calibri"/>
                <a:cs typeface="Calibri"/>
              </a:rPr>
              <a:t>To manage assignments according to deadline and priority. </a:t>
            </a:r>
            <a:endParaRPr lang="en-GB" sz="1800">
              <a:highlight>
                <a:srgbClr val="606060"/>
              </a:highlight>
              <a:latin typeface="Calibri"/>
              <a:ea typeface="Calibri"/>
              <a:cs typeface="Calibri"/>
            </a:endParaRPr>
          </a:p>
          <a:p>
            <a:pPr>
              <a:buAutoNum type="arabicPeriod"/>
            </a:pPr>
            <a:r>
              <a:rPr lang="en-IN" sz="1800" dirty="0">
                <a:highlight>
                  <a:srgbClr val="FFFFFF"/>
                </a:highlight>
                <a:latin typeface="Calibri"/>
                <a:ea typeface="Calibri"/>
                <a:cs typeface="Calibri"/>
              </a:rPr>
              <a:t>To maintain pending and completed study tasks. </a:t>
            </a:r>
            <a:endParaRPr lang="en-GB" sz="1800">
              <a:highlight>
                <a:srgbClr val="606060"/>
              </a:highlight>
              <a:latin typeface="Calibri"/>
              <a:ea typeface="Calibri"/>
              <a:cs typeface="Calibri"/>
            </a:endParaRPr>
          </a:p>
          <a:p>
            <a:pPr>
              <a:buAutoNum type="arabicPeriod"/>
            </a:pPr>
            <a:r>
              <a:rPr lang="en-IN" sz="1800" dirty="0">
                <a:highlight>
                  <a:srgbClr val="FFFFFF"/>
                </a:highlight>
                <a:latin typeface="Calibri"/>
                <a:ea typeface="Calibri"/>
                <a:cs typeface="Calibri"/>
              </a:rPr>
              <a:t>To keep track of recently studied topics. </a:t>
            </a:r>
            <a:endParaRPr lang="en-GB" sz="1800">
              <a:highlight>
                <a:srgbClr val="606060"/>
              </a:highlight>
              <a:latin typeface="Calibri"/>
              <a:ea typeface="Calibri"/>
              <a:cs typeface="Calibri"/>
            </a:endParaRPr>
          </a:p>
          <a:p>
            <a:pPr>
              <a:buAutoNum type="arabicPeriod"/>
            </a:pPr>
            <a:r>
              <a:rPr lang="en-IN" sz="1800" dirty="0">
                <a:highlight>
                  <a:srgbClr val="FFFFFF"/>
                </a:highlight>
                <a:latin typeface="Calibri"/>
                <a:ea typeface="Calibri"/>
                <a:cs typeface="Calibri"/>
              </a:rPr>
              <a:t>To represent topic prerequisites using a graph. </a:t>
            </a:r>
            <a:endParaRPr lang="en-GB" sz="1800">
              <a:highlight>
                <a:srgbClr val="606060"/>
              </a:highlight>
              <a:latin typeface="Calibri"/>
              <a:ea typeface="Calibri"/>
              <a:cs typeface="Calibri"/>
            </a:endParaRPr>
          </a:p>
          <a:p>
            <a:pPr>
              <a:buAutoNum type="arabicPeriod"/>
            </a:pPr>
            <a:r>
              <a:rPr lang="en-IN" sz="1800" dirty="0">
                <a:highlight>
                  <a:srgbClr val="FFFFFF"/>
                </a:highlight>
                <a:latin typeface="Calibri"/>
                <a:ea typeface="Calibri"/>
                <a:cs typeface="Calibri"/>
              </a:rPr>
              <a:t>To provide simple rule-based study recommendations. </a:t>
            </a:r>
            <a:endParaRPr lang="en-GB" sz="1800">
              <a:highlight>
                <a:srgbClr val="606060"/>
              </a:highlight>
              <a:latin typeface="Calibri"/>
              <a:ea typeface="Calibri"/>
              <a:cs typeface="Calibri"/>
            </a:endParaRPr>
          </a:p>
          <a:p>
            <a:pPr>
              <a:buAutoNum type="arabicPeriod"/>
            </a:pPr>
            <a:r>
              <a:rPr lang="en-IN" sz="1800" dirty="0">
                <a:highlight>
                  <a:srgbClr val="FFFFFF"/>
                </a:highlight>
                <a:latin typeface="Calibri"/>
                <a:ea typeface="Calibri"/>
                <a:cs typeface="Calibri"/>
              </a:rPr>
              <a:t>To provide all important information through a single dashboard. </a:t>
            </a:r>
            <a:endParaRPr lang="en-GB" sz="1800">
              <a:highlight>
                <a:srgbClr val="606060"/>
              </a:highlight>
              <a:latin typeface="Calibri"/>
              <a:ea typeface="Calibri"/>
              <a:cs typeface="Calibri"/>
            </a:endParaRPr>
          </a:p>
          <a:p>
            <a:pPr>
              <a:buAutoNum type="arabicPeriod"/>
            </a:pPr>
            <a:r>
              <a:rPr lang="en-IN" sz="1800" dirty="0">
                <a:highlight>
                  <a:srgbClr val="FFFFFF"/>
                </a:highlight>
                <a:latin typeface="Calibri"/>
                <a:ea typeface="Calibri"/>
                <a:cs typeface="Calibri"/>
              </a:rPr>
              <a:t>To demonstrate practical use of Data Structures and Algorithms in C. </a:t>
            </a:r>
            <a:endParaRPr lang="en-GB" sz="1800">
              <a:highlight>
                <a:srgbClr val="606060"/>
              </a:highlight>
              <a:latin typeface="Calibri"/>
              <a:ea typeface="Calibri"/>
              <a:cs typeface="Calibri"/>
            </a:endParaRPr>
          </a:p>
          <a:p>
            <a:pPr>
              <a:buAutoNum type="arabicPeriod"/>
            </a:pPr>
            <a:endParaRPr lang="en-GB" sz="1500"/>
          </a:p>
        </p:txBody>
      </p:sp>
      <p:cxnSp>
        <p:nvCxnSpPr>
          <p:cNvPr id="77" name="Connector: Curved 76">
            <a:extLst>
              <a:ext uri="{FF2B5EF4-FFF2-40B4-BE49-F238E27FC236}">
                <a16:creationId xmlns:a16="http://schemas.microsoft.com/office/drawing/2014/main" id="{85AB43A7-EF76-2497-B5C3-4DEDB0B4979E}"/>
              </a:ext>
            </a:extLst>
          </p:cNvPr>
          <p:cNvCxnSpPr/>
          <p:nvPr/>
        </p:nvCxnSpPr>
        <p:spPr>
          <a:xfrm flipV="1">
            <a:off x="0" y="0"/>
            <a:ext cx="1931275" cy="1103586"/>
          </a:xfrm>
          <a:prstGeom prst="curvedConnector3">
            <a:avLst/>
          </a:prstGeom>
          <a:ln w="57150">
            <a:solidFill>
              <a:srgbClr val="00B050"/>
            </a:solidFill>
          </a:ln>
        </p:spPr>
        <p:style>
          <a:lnRef idx="1">
            <a:schemeClr val="accent6"/>
          </a:lnRef>
          <a:fillRef idx="0">
            <a:schemeClr val="accent6"/>
          </a:fillRef>
          <a:effectRef idx="0">
            <a:schemeClr val="accent6"/>
          </a:effectRef>
          <a:fontRef idx="minor">
            <a:schemeClr val="tx1"/>
          </a:fontRef>
        </p:style>
      </p:cxnSp>
      <p:sp>
        <p:nvSpPr>
          <p:cNvPr id="4" name="TextBox 3">
            <a:extLst>
              <a:ext uri="{FF2B5EF4-FFF2-40B4-BE49-F238E27FC236}">
                <a16:creationId xmlns:a16="http://schemas.microsoft.com/office/drawing/2014/main" id="{CCC3FE68-EE41-2D7C-BDF5-0AA32F3B1E42}"/>
              </a:ext>
            </a:extLst>
          </p:cNvPr>
          <p:cNvSpPr txBox="1"/>
          <p:nvPr/>
        </p:nvSpPr>
        <p:spPr>
          <a:xfrm>
            <a:off x="420413" y="6437586"/>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GB"/>
          </a:p>
        </p:txBody>
      </p:sp>
      <p:sp>
        <p:nvSpPr>
          <p:cNvPr id="5" name="TextBox 4">
            <a:extLst>
              <a:ext uri="{FF2B5EF4-FFF2-40B4-BE49-F238E27FC236}">
                <a16:creationId xmlns:a16="http://schemas.microsoft.com/office/drawing/2014/main" id="{C63D553D-B1D3-64D9-68D2-02F5BCBF2B17}"/>
              </a:ext>
            </a:extLst>
          </p:cNvPr>
          <p:cNvSpPr txBox="1"/>
          <p:nvPr/>
        </p:nvSpPr>
        <p:spPr>
          <a:xfrm>
            <a:off x="419100" y="6492202"/>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Page no.-5</a:t>
            </a:r>
          </a:p>
        </p:txBody>
      </p:sp>
    </p:spTree>
    <p:extLst>
      <p:ext uri="{BB962C8B-B14F-4D97-AF65-F5344CB8AC3E}">
        <p14:creationId xmlns:p14="http://schemas.microsoft.com/office/powerpoint/2010/main" val="32260721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609481-AE4E-79CE-5167-EE0BB1B2FD67}"/>
              </a:ext>
            </a:extLst>
          </p:cNvPr>
          <p:cNvSpPr>
            <a:spLocks noGrp="1"/>
          </p:cNvSpPr>
          <p:nvPr>
            <p:ph type="title"/>
          </p:nvPr>
        </p:nvSpPr>
        <p:spPr/>
        <p:txBody>
          <a:bodyPr>
            <a:normAutofit/>
          </a:bodyPr>
          <a:lstStyle/>
          <a:p>
            <a:r>
              <a:rPr lang="en-GB" sz="800" dirty="0"/>
              <a:t>.</a:t>
            </a:r>
          </a:p>
        </p:txBody>
      </p:sp>
      <p:graphicFrame>
        <p:nvGraphicFramePr>
          <p:cNvPr id="5" name="Content Placeholder 4">
            <a:extLst>
              <a:ext uri="{FF2B5EF4-FFF2-40B4-BE49-F238E27FC236}">
                <a16:creationId xmlns:a16="http://schemas.microsoft.com/office/drawing/2014/main" id="{DF27CB73-BC8D-CE7E-B72A-FE488167F014}"/>
              </a:ext>
            </a:extLst>
          </p:cNvPr>
          <p:cNvGraphicFramePr>
            <a:graphicFrameLocks noGrp="1"/>
          </p:cNvGraphicFramePr>
          <p:nvPr>
            <p:ph idx="1"/>
            <p:extLst>
              <p:ext uri="{D42A27DB-BD31-4B8C-83A1-F6EECF244321}">
                <p14:modId xmlns:p14="http://schemas.microsoft.com/office/powerpoint/2010/main" val="1965970571"/>
              </p:ext>
            </p:extLst>
          </p:nvPr>
        </p:nvGraphicFramePr>
        <p:xfrm>
          <a:off x="877614" y="1891315"/>
          <a:ext cx="10515600" cy="2799054"/>
        </p:xfrm>
        <a:graphic>
          <a:graphicData uri="http://schemas.openxmlformats.org/drawingml/2006/table">
            <a:tbl>
              <a:tblPr bandRow="1">
                <a:tableStyleId>{16D9F66E-5EB9-4882-86FB-DCBF35E3C3E4}</a:tableStyleId>
              </a:tblPr>
              <a:tblGrid>
                <a:gridCol w="2926842">
                  <a:extLst>
                    <a:ext uri="{9D8B030D-6E8A-4147-A177-3AD203B41FA5}">
                      <a16:colId xmlns:a16="http://schemas.microsoft.com/office/drawing/2014/main" val="2941515848"/>
                    </a:ext>
                  </a:extLst>
                </a:gridCol>
                <a:gridCol w="2996946">
                  <a:extLst>
                    <a:ext uri="{9D8B030D-6E8A-4147-A177-3AD203B41FA5}">
                      <a16:colId xmlns:a16="http://schemas.microsoft.com/office/drawing/2014/main" val="1268312925"/>
                    </a:ext>
                  </a:extLst>
                </a:gridCol>
                <a:gridCol w="4591812">
                  <a:extLst>
                    <a:ext uri="{9D8B030D-6E8A-4147-A177-3AD203B41FA5}">
                      <a16:colId xmlns:a16="http://schemas.microsoft.com/office/drawing/2014/main" val="3160813338"/>
                    </a:ext>
                  </a:extLst>
                </a:gridCol>
              </a:tblGrid>
              <a:tr h="466509">
                <a:tc>
                  <a:txBody>
                    <a:bodyPr/>
                    <a:lstStyle/>
                    <a:p>
                      <a:pPr marL="0" marR="0" indent="0" algn="l" rtl="0" fontAlgn="base">
                        <a:spcAft>
                          <a:spcPts val="800"/>
                        </a:spcAft>
                        <a:buNone/>
                      </a:pPr>
                      <a:r>
                        <a:rPr lang="en-IN" sz="1600" b="1" dirty="0">
                          <a:effectLst/>
                        </a:rPr>
                        <a:t>Existing Approach</a:t>
                      </a:r>
                      <a:r>
                        <a:rPr lang="en-GB" sz="1600" b="1" dirty="0">
                          <a:effectLst/>
                        </a:rPr>
                        <a:t> </a:t>
                      </a:r>
                    </a:p>
                  </a:txBody>
                  <a:tcPr marL="9525" marR="9525" marT="9525" marB="9525" anchor="ctr">
                    <a:solidFill>
                      <a:schemeClr val="accent6">
                        <a:lumMod val="75000"/>
                      </a:schemeClr>
                    </a:solidFill>
                  </a:tcPr>
                </a:tc>
                <a:tc>
                  <a:txBody>
                    <a:bodyPr/>
                    <a:lstStyle/>
                    <a:p>
                      <a:pPr marL="0" marR="0" indent="0" algn="l" rtl="0" fontAlgn="base">
                        <a:spcAft>
                          <a:spcPts val="800"/>
                        </a:spcAft>
                        <a:buNone/>
                      </a:pPr>
                      <a:r>
                        <a:rPr lang="en-IN" sz="1600" b="1" dirty="0">
                          <a:effectLst/>
                        </a:rPr>
                        <a:t>What it Provides</a:t>
                      </a:r>
                      <a:r>
                        <a:rPr lang="en-GB" sz="1600" b="1" dirty="0">
                          <a:effectLst/>
                        </a:rPr>
                        <a:t> </a:t>
                      </a:r>
                    </a:p>
                  </a:txBody>
                  <a:tcPr marL="9525" marR="9525" marT="9525" marB="9525" anchor="ctr">
                    <a:solidFill>
                      <a:schemeClr val="accent6">
                        <a:lumMod val="75000"/>
                      </a:schemeClr>
                    </a:solidFill>
                  </a:tcPr>
                </a:tc>
                <a:tc>
                  <a:txBody>
                    <a:bodyPr/>
                    <a:lstStyle/>
                    <a:p>
                      <a:pPr marL="0" marR="0" indent="0" algn="l" rtl="0" fontAlgn="base">
                        <a:spcAft>
                          <a:spcPts val="800"/>
                        </a:spcAft>
                        <a:buNone/>
                      </a:pPr>
                      <a:r>
                        <a:rPr lang="en-IN" sz="1600" b="1" dirty="0">
                          <a:effectLst/>
                        </a:rPr>
                        <a:t>Limitation</a:t>
                      </a:r>
                      <a:r>
                        <a:rPr lang="en-GB" sz="1600" b="1" dirty="0">
                          <a:effectLst/>
                        </a:rPr>
                        <a:t> </a:t>
                      </a:r>
                    </a:p>
                  </a:txBody>
                  <a:tcPr marL="9525" marR="9525" marT="9525" marB="9525" anchor="ctr">
                    <a:solidFill>
                      <a:schemeClr val="accent6">
                        <a:lumMod val="75000"/>
                      </a:schemeClr>
                    </a:solidFill>
                  </a:tcPr>
                </a:tc>
                <a:extLst>
                  <a:ext uri="{0D108BD9-81ED-4DB2-BD59-A6C34878D82A}">
                    <a16:rowId xmlns:a16="http://schemas.microsoft.com/office/drawing/2014/main" val="460538536"/>
                  </a:ext>
                </a:extLst>
              </a:tr>
              <a:tr h="466509">
                <a:tc>
                  <a:txBody>
                    <a:bodyPr/>
                    <a:lstStyle/>
                    <a:p>
                      <a:pPr marL="0" marR="0" indent="0" algn="l" rtl="0" fontAlgn="base">
                        <a:spcAft>
                          <a:spcPts val="800"/>
                        </a:spcAft>
                        <a:buNone/>
                      </a:pPr>
                      <a:r>
                        <a:rPr lang="en-IN" sz="1600" dirty="0">
                          <a:effectLst/>
                        </a:rPr>
                        <a:t>ERP portal </a:t>
                      </a:r>
                      <a:r>
                        <a:rPr lang="en-GB" sz="1600" dirty="0">
                          <a:effectLst/>
                        </a:rPr>
                        <a:t> </a:t>
                      </a:r>
                    </a:p>
                  </a:txBody>
                  <a:tcPr marL="9525" marR="9525" marT="9525" marB="9525" anchor="ctr"/>
                </a:tc>
                <a:tc>
                  <a:txBody>
                    <a:bodyPr/>
                    <a:lstStyle/>
                    <a:p>
                      <a:pPr marL="0" marR="0" indent="0" algn="l" rtl="0" fontAlgn="base">
                        <a:spcAft>
                          <a:spcPts val="800"/>
                        </a:spcAft>
                        <a:buNone/>
                      </a:pPr>
                      <a:r>
                        <a:rPr lang="en-IN" sz="1600" dirty="0">
                          <a:effectLst/>
                        </a:rPr>
                        <a:t>Marks and academic records</a:t>
                      </a:r>
                      <a:r>
                        <a:rPr lang="en-GB" sz="1600" dirty="0">
                          <a:effectLst/>
                        </a:rPr>
                        <a:t> </a:t>
                      </a:r>
                    </a:p>
                  </a:txBody>
                  <a:tcPr marL="9525" marR="9525" marT="9525" marB="9525" anchor="ctr"/>
                </a:tc>
                <a:tc>
                  <a:txBody>
                    <a:bodyPr/>
                    <a:lstStyle/>
                    <a:p>
                      <a:pPr marL="0" marR="0" indent="0" algn="l" rtl="0" fontAlgn="base">
                        <a:spcAft>
                          <a:spcPts val="800"/>
                        </a:spcAft>
                        <a:buNone/>
                      </a:pPr>
                      <a:r>
                        <a:rPr lang="en-IN" sz="1600" dirty="0">
                          <a:effectLst/>
                        </a:rPr>
                        <a:t>Limited study planning</a:t>
                      </a:r>
                      <a:r>
                        <a:rPr lang="en-GB" sz="1600" dirty="0">
                          <a:effectLst/>
                        </a:rPr>
                        <a:t> </a:t>
                      </a:r>
                    </a:p>
                  </a:txBody>
                  <a:tcPr marL="9525" marR="9525" marT="9525" marB="9525" anchor="ctr"/>
                </a:tc>
                <a:extLst>
                  <a:ext uri="{0D108BD9-81ED-4DB2-BD59-A6C34878D82A}">
                    <a16:rowId xmlns:a16="http://schemas.microsoft.com/office/drawing/2014/main" val="1192125219"/>
                  </a:ext>
                </a:extLst>
              </a:tr>
              <a:tr h="466509">
                <a:tc>
                  <a:txBody>
                    <a:bodyPr/>
                    <a:lstStyle/>
                    <a:p>
                      <a:pPr marL="0" marR="0" indent="0" algn="l" rtl="0" fontAlgn="base">
                        <a:spcAft>
                          <a:spcPts val="800"/>
                        </a:spcAft>
                        <a:buNone/>
                      </a:pPr>
                      <a:r>
                        <a:rPr lang="en-IN" sz="1600" dirty="0">
                          <a:effectLst/>
                        </a:rPr>
                        <a:t>To-Do / Task Apps</a:t>
                      </a:r>
                      <a:r>
                        <a:rPr lang="en-GB" sz="1600" dirty="0">
                          <a:effectLst/>
                        </a:rPr>
                        <a:t> </a:t>
                      </a:r>
                    </a:p>
                  </a:txBody>
                  <a:tcPr marL="9525" marR="9525" marT="9525" marB="9525" anchor="ctr"/>
                </a:tc>
                <a:tc>
                  <a:txBody>
                    <a:bodyPr/>
                    <a:lstStyle/>
                    <a:p>
                      <a:pPr marL="0" marR="0" indent="0" algn="l" rtl="0" fontAlgn="base">
                        <a:spcAft>
                          <a:spcPts val="800"/>
                        </a:spcAft>
                        <a:buNone/>
                      </a:pPr>
                      <a:r>
                        <a:rPr lang="en-IN" sz="1600" dirty="0">
                          <a:effectLst/>
                        </a:rPr>
                        <a:t>Task and deadline management</a:t>
                      </a:r>
                      <a:r>
                        <a:rPr lang="en-GB" sz="1600" dirty="0">
                          <a:effectLst/>
                        </a:rPr>
                        <a:t> </a:t>
                      </a:r>
                    </a:p>
                  </a:txBody>
                  <a:tcPr marL="9525" marR="9525" marT="9525" marB="9525" anchor="ctr"/>
                </a:tc>
                <a:tc>
                  <a:txBody>
                    <a:bodyPr/>
                    <a:lstStyle/>
                    <a:p>
                      <a:pPr marL="0" marR="0" indent="0" algn="l" rtl="0" fontAlgn="base">
                        <a:spcAft>
                          <a:spcPts val="800"/>
                        </a:spcAft>
                        <a:buNone/>
                      </a:pPr>
                      <a:r>
                        <a:rPr lang="en-IN" sz="1600" dirty="0">
                          <a:effectLst/>
                        </a:rPr>
                        <a:t>Usually not based on academic performance</a:t>
                      </a:r>
                      <a:r>
                        <a:rPr lang="en-GB" sz="1600" dirty="0">
                          <a:effectLst/>
                        </a:rPr>
                        <a:t> </a:t>
                      </a:r>
                    </a:p>
                  </a:txBody>
                  <a:tcPr marL="9525" marR="9525" marT="9525" marB="9525" anchor="ctr"/>
                </a:tc>
                <a:extLst>
                  <a:ext uri="{0D108BD9-81ED-4DB2-BD59-A6C34878D82A}">
                    <a16:rowId xmlns:a16="http://schemas.microsoft.com/office/drawing/2014/main" val="4276051642"/>
                  </a:ext>
                </a:extLst>
              </a:tr>
              <a:tr h="466509">
                <a:tc>
                  <a:txBody>
                    <a:bodyPr/>
                    <a:lstStyle/>
                    <a:p>
                      <a:pPr marL="0" marR="0" indent="0" algn="l" rtl="0" fontAlgn="base">
                        <a:spcAft>
                          <a:spcPts val="800"/>
                        </a:spcAft>
                        <a:buNone/>
                      </a:pPr>
                      <a:r>
                        <a:rPr lang="en-IN" sz="1600" dirty="0">
                          <a:effectLst/>
                        </a:rPr>
                        <a:t>Calendar Applications</a:t>
                      </a:r>
                      <a:r>
                        <a:rPr lang="en-GB" sz="1600" dirty="0">
                          <a:effectLst/>
                        </a:rPr>
                        <a:t> </a:t>
                      </a:r>
                    </a:p>
                  </a:txBody>
                  <a:tcPr marL="9525" marR="9525" marT="9525" marB="9525" anchor="ctr"/>
                </a:tc>
                <a:tc>
                  <a:txBody>
                    <a:bodyPr/>
                    <a:lstStyle/>
                    <a:p>
                      <a:pPr marL="0" marR="0" indent="0" algn="l" rtl="0" fontAlgn="base">
                        <a:spcAft>
                          <a:spcPts val="800"/>
                        </a:spcAft>
                        <a:buNone/>
                      </a:pPr>
                      <a:r>
                        <a:rPr lang="en-IN" sz="1600" dirty="0">
                          <a:effectLst/>
                        </a:rPr>
                        <a:t>Reminders and schedules</a:t>
                      </a:r>
                      <a:r>
                        <a:rPr lang="en-GB" sz="1600" dirty="0">
                          <a:effectLst/>
                        </a:rPr>
                        <a:t> </a:t>
                      </a:r>
                    </a:p>
                  </a:txBody>
                  <a:tcPr marL="9525" marR="9525" marT="9525" marB="9525" anchor="ctr"/>
                </a:tc>
                <a:tc>
                  <a:txBody>
                    <a:bodyPr/>
                    <a:lstStyle/>
                    <a:p>
                      <a:pPr marL="0" marR="0" indent="0" algn="l" rtl="0" fontAlgn="base">
                        <a:spcAft>
                          <a:spcPts val="800"/>
                        </a:spcAft>
                        <a:buNone/>
                      </a:pPr>
                      <a:r>
                        <a:rPr lang="en-IN" sz="1600" dirty="0">
                          <a:effectLst/>
                        </a:rPr>
                        <a:t>Do not analyse weak subjects</a:t>
                      </a:r>
                      <a:r>
                        <a:rPr lang="en-GB" sz="1600" dirty="0">
                          <a:effectLst/>
                        </a:rPr>
                        <a:t> </a:t>
                      </a:r>
                    </a:p>
                  </a:txBody>
                  <a:tcPr marL="9525" marR="9525" marT="9525" marB="9525" anchor="ctr"/>
                </a:tc>
                <a:extLst>
                  <a:ext uri="{0D108BD9-81ED-4DB2-BD59-A6C34878D82A}">
                    <a16:rowId xmlns:a16="http://schemas.microsoft.com/office/drawing/2014/main" val="1286774788"/>
                  </a:ext>
                </a:extLst>
              </a:tr>
              <a:tr h="466509">
                <a:tc>
                  <a:txBody>
                    <a:bodyPr/>
                    <a:lstStyle/>
                    <a:p>
                      <a:pPr marL="0" marR="0" indent="0" algn="l" rtl="0" fontAlgn="base">
                        <a:spcAft>
                          <a:spcPts val="800"/>
                        </a:spcAft>
                        <a:buNone/>
                      </a:pPr>
                      <a:r>
                        <a:rPr lang="en-IN" sz="1600" dirty="0">
                          <a:effectLst/>
                        </a:rPr>
                        <a:t>Student Management Systems</a:t>
                      </a:r>
                      <a:r>
                        <a:rPr lang="en-GB" sz="1600" dirty="0">
                          <a:effectLst/>
                        </a:rPr>
                        <a:t> </a:t>
                      </a:r>
                    </a:p>
                  </a:txBody>
                  <a:tcPr marL="9525" marR="9525" marT="9525" marB="9525" anchor="ctr"/>
                </a:tc>
                <a:tc>
                  <a:txBody>
                    <a:bodyPr/>
                    <a:lstStyle/>
                    <a:p>
                      <a:pPr marL="0" marR="0" indent="0" algn="l" rtl="0" fontAlgn="base">
                        <a:spcAft>
                          <a:spcPts val="800"/>
                        </a:spcAft>
                        <a:buNone/>
                      </a:pPr>
                      <a:r>
                        <a:rPr lang="en-IN" sz="1600" dirty="0">
                          <a:effectLst/>
                        </a:rPr>
                        <a:t>Student information</a:t>
                      </a:r>
                      <a:r>
                        <a:rPr lang="en-GB" sz="1600" dirty="0">
                          <a:effectLst/>
                        </a:rPr>
                        <a:t> </a:t>
                      </a:r>
                    </a:p>
                  </a:txBody>
                  <a:tcPr marL="9525" marR="9525" marT="9525" marB="9525" anchor="ctr"/>
                </a:tc>
                <a:tc>
                  <a:txBody>
                    <a:bodyPr/>
                    <a:lstStyle/>
                    <a:p>
                      <a:pPr marL="0" marR="0" indent="0" algn="l" rtl="0" fontAlgn="base">
                        <a:spcAft>
                          <a:spcPts val="800"/>
                        </a:spcAft>
                        <a:buNone/>
                      </a:pPr>
                      <a:r>
                        <a:rPr lang="en-IN" sz="1600" dirty="0">
                          <a:effectLst/>
                        </a:rPr>
                        <a:t>Mostly focused on record management</a:t>
                      </a:r>
                      <a:r>
                        <a:rPr lang="en-GB" sz="1600" dirty="0">
                          <a:effectLst/>
                        </a:rPr>
                        <a:t> </a:t>
                      </a:r>
                    </a:p>
                  </a:txBody>
                  <a:tcPr marL="9525" marR="9525" marT="9525" marB="9525" anchor="ctr"/>
                </a:tc>
                <a:extLst>
                  <a:ext uri="{0D108BD9-81ED-4DB2-BD59-A6C34878D82A}">
                    <a16:rowId xmlns:a16="http://schemas.microsoft.com/office/drawing/2014/main" val="3106364498"/>
                  </a:ext>
                </a:extLst>
              </a:tr>
              <a:tr h="466509">
                <a:tc>
                  <a:txBody>
                    <a:bodyPr/>
                    <a:lstStyle/>
                    <a:p>
                      <a:pPr marL="0" marR="0" indent="0" algn="l" rtl="0" fontAlgn="base">
                        <a:spcAft>
                          <a:spcPts val="800"/>
                        </a:spcAft>
                        <a:buNone/>
                      </a:pPr>
                      <a:r>
                        <a:rPr lang="en-IN" sz="1600" dirty="0">
                          <a:effectLst/>
                        </a:rPr>
                        <a:t>DSA-based Systems</a:t>
                      </a:r>
                      <a:r>
                        <a:rPr lang="en-GB" sz="1600" dirty="0">
                          <a:effectLst/>
                        </a:rPr>
                        <a:t> </a:t>
                      </a:r>
                    </a:p>
                  </a:txBody>
                  <a:tcPr marL="9525" marR="9525" marT="9525" marB="9525" anchor="ctr"/>
                </a:tc>
                <a:tc>
                  <a:txBody>
                    <a:bodyPr/>
                    <a:lstStyle/>
                    <a:p>
                      <a:pPr marL="0" marR="0" indent="0" algn="l" rtl="0" fontAlgn="base">
                        <a:spcAft>
                          <a:spcPts val="800"/>
                        </a:spcAft>
                        <a:buNone/>
                      </a:pPr>
                      <a:r>
                        <a:rPr lang="en-IN" sz="1600" dirty="0">
                          <a:effectLst/>
                        </a:rPr>
                        <a:t>Efficient data organization</a:t>
                      </a:r>
                      <a:r>
                        <a:rPr lang="en-GB" sz="1600" dirty="0">
                          <a:effectLst/>
                        </a:rPr>
                        <a:t> </a:t>
                      </a:r>
                    </a:p>
                  </a:txBody>
                  <a:tcPr marL="9525" marR="9525" marT="9525" marB="9525" anchor="ctr"/>
                </a:tc>
                <a:tc>
                  <a:txBody>
                    <a:bodyPr/>
                    <a:lstStyle/>
                    <a:p>
                      <a:pPr marL="0" marR="0" indent="0" algn="l" rtl="0" fontAlgn="base">
                        <a:spcAft>
                          <a:spcPts val="800"/>
                        </a:spcAft>
                        <a:buNone/>
                      </a:pPr>
                      <a:r>
                        <a:rPr lang="en-IN" sz="1600" dirty="0">
                          <a:effectLst/>
                        </a:rPr>
                        <a:t>Usually designed for specific algorithmic problems</a:t>
                      </a:r>
                      <a:r>
                        <a:rPr lang="en-GB" sz="1600" dirty="0">
                          <a:effectLst/>
                        </a:rPr>
                        <a:t> </a:t>
                      </a:r>
                    </a:p>
                  </a:txBody>
                  <a:tcPr marL="9525" marR="9525" marT="9525" marB="9525" anchor="ctr"/>
                </a:tc>
                <a:extLst>
                  <a:ext uri="{0D108BD9-81ED-4DB2-BD59-A6C34878D82A}">
                    <a16:rowId xmlns:a16="http://schemas.microsoft.com/office/drawing/2014/main" val="1262076049"/>
                  </a:ext>
                </a:extLst>
              </a:tr>
            </a:tbl>
          </a:graphicData>
        </a:graphic>
      </p:graphicFrame>
      <p:sp>
        <p:nvSpPr>
          <p:cNvPr id="13" name="Rectangle: Rounded Corners 12">
            <a:extLst>
              <a:ext uri="{FF2B5EF4-FFF2-40B4-BE49-F238E27FC236}">
                <a16:creationId xmlns:a16="http://schemas.microsoft.com/office/drawing/2014/main" id="{5AFD6A33-B367-6DD2-CDFD-4BFE7862B7D6}"/>
              </a:ext>
            </a:extLst>
          </p:cNvPr>
          <p:cNvSpPr/>
          <p:nvPr/>
        </p:nvSpPr>
        <p:spPr>
          <a:xfrm>
            <a:off x="1169275" y="5097516"/>
            <a:ext cx="9643241" cy="899950"/>
          </a:xfrm>
          <a:prstGeom prst="roundRect">
            <a:avLst/>
          </a:prstGeom>
          <a:ln w="57150">
            <a:solidFill>
              <a:srgbClr val="00B050"/>
            </a:solidFill>
          </a:ln>
        </p:spPr>
        <p:style>
          <a:lnRef idx="2">
            <a:schemeClr val="accent5"/>
          </a:lnRef>
          <a:fillRef idx="1">
            <a:schemeClr val="lt1"/>
          </a:fillRef>
          <a:effectRef idx="0">
            <a:schemeClr val="accent5"/>
          </a:effectRef>
          <a:fontRef idx="minor">
            <a:schemeClr val="dk1"/>
          </a:fontRef>
        </p:style>
        <p:txBody>
          <a:bodyPr rtlCol="0" anchor="ctr"/>
          <a:lstStyle/>
          <a:p>
            <a:endParaRPr lang="en-US" dirty="0">
              <a:solidFill>
                <a:srgbClr val="000000"/>
              </a:solidFill>
              <a:latin typeface="Segoe UI"/>
              <a:cs typeface="Segoe UI"/>
            </a:endParaRPr>
          </a:p>
          <a:p>
            <a:pPr>
              <a:lnSpc>
                <a:spcPts val="1376"/>
              </a:lnSpc>
            </a:pPr>
            <a:r>
              <a:rPr lang="en-US" sz="1600" b="1" dirty="0">
                <a:solidFill>
                  <a:srgbClr val="000000"/>
                </a:solidFill>
                <a:latin typeface="Calibri"/>
                <a:ea typeface="Calibri"/>
                <a:cs typeface="Calibri"/>
              </a:rPr>
              <a:t>Observation</a:t>
            </a:r>
            <a:r>
              <a:rPr lang="en-US" sz="1600" dirty="0">
                <a:solidFill>
                  <a:srgbClr val="000000"/>
                </a:solidFill>
                <a:latin typeface="Calibri"/>
                <a:ea typeface="Calibri"/>
                <a:cs typeface="Calibri"/>
              </a:rPr>
              <a:t> </a:t>
            </a:r>
          </a:p>
          <a:p>
            <a:pPr>
              <a:lnSpc>
                <a:spcPts val="1376"/>
              </a:lnSpc>
            </a:pPr>
            <a:r>
              <a:rPr lang="en-US" sz="1600" dirty="0">
                <a:solidFill>
                  <a:srgbClr val="000000"/>
                </a:solidFill>
                <a:latin typeface="Calibri"/>
                <a:ea typeface="Calibri"/>
                <a:cs typeface="Calibri"/>
              </a:rPr>
              <a:t>Existing tools provide individual solutions, but our project combines </a:t>
            </a:r>
            <a:r>
              <a:rPr lang="en-US" sz="1600" b="1" dirty="0">
                <a:solidFill>
                  <a:srgbClr val="000000"/>
                </a:solidFill>
                <a:latin typeface="Calibri"/>
                <a:ea typeface="Calibri"/>
                <a:cs typeface="Calibri"/>
              </a:rPr>
              <a:t>all these </a:t>
            </a:r>
            <a:r>
              <a:rPr lang="en-US" sz="1600" dirty="0">
                <a:solidFill>
                  <a:srgbClr val="000000"/>
                </a:solidFill>
                <a:latin typeface="Calibri"/>
                <a:ea typeface="Calibri"/>
                <a:cs typeface="Calibri"/>
              </a:rPr>
              <a:t>in one single system. </a:t>
            </a:r>
          </a:p>
          <a:p>
            <a:pPr algn="ctr"/>
            <a:endParaRPr lang="en-GB" dirty="0"/>
          </a:p>
        </p:txBody>
      </p:sp>
      <p:sp>
        <p:nvSpPr>
          <p:cNvPr id="14" name="Rectangle: Rounded Corners 13">
            <a:extLst>
              <a:ext uri="{FF2B5EF4-FFF2-40B4-BE49-F238E27FC236}">
                <a16:creationId xmlns:a16="http://schemas.microsoft.com/office/drawing/2014/main" id="{49943CB3-A5E3-FD1B-A01B-BF1F8056CB9D}"/>
              </a:ext>
            </a:extLst>
          </p:cNvPr>
          <p:cNvSpPr/>
          <p:nvPr/>
        </p:nvSpPr>
        <p:spPr>
          <a:xfrm>
            <a:off x="794844" y="243051"/>
            <a:ext cx="10602310" cy="1445172"/>
          </a:xfrm>
          <a:prstGeom prst="roundRect">
            <a:avLst/>
          </a:prstGeom>
          <a:solidFill>
            <a:schemeClr val="accent6">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r>
              <a:rPr lang="en-GB" sz="4400" dirty="0">
                <a:solidFill>
                  <a:srgbClr val="000000"/>
                </a:solidFill>
                <a:latin typeface="Aptos Display"/>
              </a:rPr>
              <a:t>Literature review</a:t>
            </a:r>
          </a:p>
          <a:p>
            <a:pPr algn="ctr"/>
            <a:endParaRPr lang="en-GB" dirty="0"/>
          </a:p>
        </p:txBody>
      </p:sp>
      <p:sp>
        <p:nvSpPr>
          <p:cNvPr id="3" name="TextBox 2">
            <a:extLst>
              <a:ext uri="{FF2B5EF4-FFF2-40B4-BE49-F238E27FC236}">
                <a16:creationId xmlns:a16="http://schemas.microsoft.com/office/drawing/2014/main" id="{1A8E8FF4-38E9-5DB2-9BC9-44D49BCAFD6C}"/>
              </a:ext>
            </a:extLst>
          </p:cNvPr>
          <p:cNvSpPr txBox="1"/>
          <p:nvPr/>
        </p:nvSpPr>
        <p:spPr>
          <a:xfrm>
            <a:off x="182805" y="6494454"/>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Page no.-6</a:t>
            </a:r>
          </a:p>
        </p:txBody>
      </p:sp>
    </p:spTree>
    <p:extLst>
      <p:ext uri="{BB962C8B-B14F-4D97-AF65-F5344CB8AC3E}">
        <p14:creationId xmlns:p14="http://schemas.microsoft.com/office/powerpoint/2010/main" val="15233947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D3E17859-C5F0-476F-A082-A4CB8841DB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4375"/>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29" name="Picture 28" descr="Free picture: student, writing, young, homework, paper">
            <a:extLst>
              <a:ext uri="{FF2B5EF4-FFF2-40B4-BE49-F238E27FC236}">
                <a16:creationId xmlns:a16="http://schemas.microsoft.com/office/drawing/2014/main" id="{55485D64-7800-3C2A-C87A-14BF351FCC84}"/>
              </a:ext>
            </a:extLst>
          </p:cNvPr>
          <p:cNvPicPr>
            <a:picLocks noChangeAspect="1"/>
          </p:cNvPicPr>
          <p:nvPr/>
        </p:nvPicPr>
        <p:blipFill>
          <a:blip r:embed="rId2"/>
          <a:srcRect l="16674" r="16674"/>
          <a:stretch>
            <a:fillRect/>
          </a:stretch>
        </p:blipFill>
        <p:spPr>
          <a:xfrm>
            <a:off x="8284139" y="328456"/>
            <a:ext cx="3794668" cy="3668901"/>
          </a:xfrm>
          <a:custGeom>
            <a:avLst/>
            <a:gdLst/>
            <a:ahLst/>
            <a:cxnLst/>
            <a:rect l="l" t="t" r="r" b="b"/>
            <a:pathLst>
              <a:path w="2663168" h="2663168">
                <a:moveTo>
                  <a:pt x="1331584" y="0"/>
                </a:moveTo>
                <a:cubicBezTo>
                  <a:pt x="2066998" y="0"/>
                  <a:pt x="2663168" y="596170"/>
                  <a:pt x="2663168" y="1331584"/>
                </a:cubicBezTo>
                <a:cubicBezTo>
                  <a:pt x="2663168" y="2066998"/>
                  <a:pt x="2066998" y="2663168"/>
                  <a:pt x="1331584" y="2663168"/>
                </a:cubicBezTo>
                <a:cubicBezTo>
                  <a:pt x="596170" y="2663168"/>
                  <a:pt x="0" y="2066998"/>
                  <a:pt x="0" y="1331584"/>
                </a:cubicBezTo>
                <a:cubicBezTo>
                  <a:pt x="0" y="596170"/>
                  <a:pt x="596170" y="0"/>
                  <a:pt x="1331584" y="0"/>
                </a:cubicBezTo>
                <a:close/>
              </a:path>
            </a:pathLst>
          </a:custGeom>
        </p:spPr>
      </p:pic>
      <p:sp>
        <p:nvSpPr>
          <p:cNvPr id="2" name="Title 1">
            <a:extLst>
              <a:ext uri="{FF2B5EF4-FFF2-40B4-BE49-F238E27FC236}">
                <a16:creationId xmlns:a16="http://schemas.microsoft.com/office/drawing/2014/main" id="{D0C96D3B-2DC2-2647-52F4-FE577F8F70B7}"/>
              </a:ext>
            </a:extLst>
          </p:cNvPr>
          <p:cNvSpPr>
            <a:spLocks noGrp="1"/>
          </p:cNvSpPr>
          <p:nvPr>
            <p:ph type="title"/>
          </p:nvPr>
        </p:nvSpPr>
        <p:spPr>
          <a:xfrm>
            <a:off x="838200" y="365125"/>
            <a:ext cx="10515599" cy="1325563"/>
          </a:xfrm>
        </p:spPr>
        <p:txBody>
          <a:bodyPr>
            <a:normAutofit/>
          </a:bodyPr>
          <a:lstStyle/>
          <a:p>
            <a:r>
              <a:rPr lang="en-IN" b="1">
                <a:latin typeface="Calibri"/>
                <a:ea typeface="Calibri"/>
                <a:cs typeface="Calibri"/>
              </a:rPr>
              <a:t>Proposed Methodology</a:t>
            </a:r>
            <a:endParaRPr lang="en-US"/>
          </a:p>
        </p:txBody>
      </p:sp>
      <p:sp>
        <p:nvSpPr>
          <p:cNvPr id="3" name="Content Placeholder 2">
            <a:extLst>
              <a:ext uri="{FF2B5EF4-FFF2-40B4-BE49-F238E27FC236}">
                <a16:creationId xmlns:a16="http://schemas.microsoft.com/office/drawing/2014/main" id="{7D8059E9-2B4B-F288-D851-876A26780343}"/>
              </a:ext>
            </a:extLst>
          </p:cNvPr>
          <p:cNvSpPr>
            <a:spLocks noGrp="1"/>
          </p:cNvSpPr>
          <p:nvPr>
            <p:ph idx="1"/>
          </p:nvPr>
        </p:nvSpPr>
        <p:spPr>
          <a:xfrm>
            <a:off x="7457039" y="3164907"/>
            <a:ext cx="3218772" cy="2692578"/>
          </a:xfrm>
          <a:ln w="57150">
            <a:solidFill>
              <a:srgbClr val="92D050"/>
            </a:solidFill>
          </a:ln>
        </p:spPr>
        <p:style>
          <a:lnRef idx="2">
            <a:schemeClr val="accent1"/>
          </a:lnRef>
          <a:fillRef idx="1">
            <a:schemeClr val="lt1"/>
          </a:fillRef>
          <a:effectRef idx="0">
            <a:schemeClr val="accent1"/>
          </a:effectRef>
          <a:fontRef idx="minor">
            <a:schemeClr val="dk1"/>
          </a:fontRef>
        </p:style>
        <p:txBody>
          <a:bodyPr vert="horz" lIns="91440" tIns="45720" rIns="91440" bIns="45720" rtlCol="0" anchor="ctr">
            <a:noAutofit/>
          </a:bodyPr>
          <a:lstStyle/>
          <a:p>
            <a:pPr marL="0" indent="0" algn="ctr">
              <a:buNone/>
            </a:pPr>
            <a:r>
              <a:rPr lang="en-IN" sz="1600" b="1" dirty="0">
                <a:solidFill>
                  <a:schemeClr val="tx2"/>
                </a:solidFill>
                <a:highlight>
                  <a:srgbClr val="FFFFFF"/>
                </a:highlight>
                <a:latin typeface="Calibri"/>
                <a:ea typeface="Calibri"/>
                <a:cs typeface="Calibri"/>
              </a:rPr>
              <a:t>We will:</a:t>
            </a:r>
            <a:endParaRPr lang="en-GB" sz="1600">
              <a:solidFill>
                <a:schemeClr val="tx2"/>
              </a:solidFill>
              <a:highlight>
                <a:srgbClr val="606060"/>
              </a:highlight>
              <a:latin typeface="Calibri"/>
              <a:ea typeface="Calibri"/>
              <a:cs typeface="Calibri"/>
            </a:endParaRPr>
          </a:p>
          <a:p>
            <a:pPr marL="0" indent="0" algn="ctr">
              <a:buNone/>
            </a:pPr>
            <a:r>
              <a:rPr lang="en-IN" sz="1600" b="1" dirty="0">
                <a:solidFill>
                  <a:schemeClr val="tx2"/>
                </a:solidFill>
                <a:highlight>
                  <a:srgbClr val="FFFFFF"/>
                </a:highlight>
                <a:latin typeface="Calibri"/>
                <a:ea typeface="Calibri"/>
                <a:cs typeface="Calibri"/>
              </a:rPr>
              <a:t>1. Collect Data</a:t>
            </a:r>
            <a:r>
              <a:rPr lang="en-IN" sz="1600" dirty="0">
                <a:solidFill>
                  <a:schemeClr val="tx2"/>
                </a:solidFill>
                <a:highlight>
                  <a:srgbClr val="FFFFFF"/>
                </a:highlight>
                <a:latin typeface="Calibri"/>
                <a:ea typeface="Calibri"/>
                <a:cs typeface="Calibri"/>
              </a:rPr>
              <a:t> </a:t>
            </a:r>
            <a:endParaRPr lang="en-GB" sz="1600">
              <a:solidFill>
                <a:schemeClr val="tx2"/>
              </a:solidFill>
              <a:highlight>
                <a:srgbClr val="606060"/>
              </a:highlight>
              <a:latin typeface="Calibri"/>
              <a:ea typeface="Calibri"/>
              <a:cs typeface="Calibri"/>
            </a:endParaRPr>
          </a:p>
          <a:p>
            <a:pPr marL="0" indent="0" algn="ctr">
              <a:buNone/>
            </a:pPr>
            <a:r>
              <a:rPr lang="en-IN" sz="1600" b="1" dirty="0">
                <a:solidFill>
                  <a:schemeClr val="tx2"/>
                </a:solidFill>
                <a:highlight>
                  <a:srgbClr val="FFFFFF"/>
                </a:highlight>
                <a:latin typeface="Calibri"/>
                <a:ea typeface="Calibri"/>
                <a:cs typeface="Calibri"/>
              </a:rPr>
              <a:t>2. Store Data</a:t>
            </a:r>
            <a:endParaRPr lang="en-GB" sz="1600">
              <a:solidFill>
                <a:schemeClr val="tx2"/>
              </a:solidFill>
              <a:highlight>
                <a:srgbClr val="606060"/>
              </a:highlight>
              <a:latin typeface="Calibri"/>
              <a:ea typeface="Calibri"/>
              <a:cs typeface="Calibri"/>
            </a:endParaRPr>
          </a:p>
          <a:p>
            <a:pPr marL="0" indent="0" algn="ctr">
              <a:buNone/>
            </a:pPr>
            <a:r>
              <a:rPr lang="en-IN" sz="1600" b="1" dirty="0">
                <a:solidFill>
                  <a:schemeClr val="tx2"/>
                </a:solidFill>
                <a:highlight>
                  <a:srgbClr val="FFFFFF"/>
                </a:highlight>
                <a:latin typeface="Calibri"/>
                <a:ea typeface="Calibri"/>
                <a:cs typeface="Calibri"/>
              </a:rPr>
              <a:t>3. Process Data</a:t>
            </a:r>
            <a:endParaRPr lang="en-GB" sz="1600">
              <a:solidFill>
                <a:schemeClr val="tx2"/>
              </a:solidFill>
              <a:highlight>
                <a:srgbClr val="606060"/>
              </a:highlight>
              <a:latin typeface="Calibri"/>
              <a:ea typeface="Calibri"/>
              <a:cs typeface="Calibri"/>
            </a:endParaRPr>
          </a:p>
          <a:p>
            <a:pPr marL="0" indent="0" algn="ctr">
              <a:buNone/>
            </a:pPr>
            <a:r>
              <a:rPr lang="en-IN" sz="1600" b="1" dirty="0">
                <a:solidFill>
                  <a:schemeClr val="tx2"/>
                </a:solidFill>
                <a:highlight>
                  <a:srgbClr val="FFFFFF"/>
                </a:highlight>
                <a:latin typeface="Calibri"/>
                <a:ea typeface="Calibri"/>
                <a:cs typeface="Calibri"/>
              </a:rPr>
              <a:t>4. Apply Algorithms</a:t>
            </a:r>
            <a:endParaRPr lang="en-GB" sz="1600">
              <a:solidFill>
                <a:schemeClr val="tx2"/>
              </a:solidFill>
              <a:highlight>
                <a:srgbClr val="606060"/>
              </a:highlight>
              <a:latin typeface="Calibri"/>
              <a:ea typeface="Calibri"/>
              <a:cs typeface="Calibri"/>
            </a:endParaRPr>
          </a:p>
          <a:p>
            <a:pPr marL="0" indent="0" algn="ctr">
              <a:buNone/>
            </a:pPr>
            <a:r>
              <a:rPr lang="en-IN" sz="1600" b="1" dirty="0">
                <a:solidFill>
                  <a:schemeClr val="tx2"/>
                </a:solidFill>
                <a:highlight>
                  <a:srgbClr val="FFFFFF"/>
                </a:highlight>
                <a:latin typeface="Calibri"/>
                <a:ea typeface="Calibri"/>
                <a:cs typeface="Calibri"/>
              </a:rPr>
              <a:t>5. Generate Results</a:t>
            </a:r>
            <a:endParaRPr lang="en-GB" sz="1600">
              <a:solidFill>
                <a:schemeClr val="tx2"/>
              </a:solidFill>
              <a:highlight>
                <a:srgbClr val="606060"/>
              </a:highlight>
              <a:latin typeface="Calibri"/>
              <a:ea typeface="Calibri"/>
              <a:cs typeface="Calibri"/>
            </a:endParaRPr>
          </a:p>
          <a:p>
            <a:pPr marL="0" indent="0" algn="ctr">
              <a:buNone/>
            </a:pPr>
            <a:endParaRPr lang="en-GB" sz="1000">
              <a:solidFill>
                <a:schemeClr val="tx2"/>
              </a:solidFill>
            </a:endParaRPr>
          </a:p>
        </p:txBody>
      </p:sp>
      <p:sp>
        <p:nvSpPr>
          <p:cNvPr id="35" name="!!Arc">
            <a:extLst>
              <a:ext uri="{FF2B5EF4-FFF2-40B4-BE49-F238E27FC236}">
                <a16:creationId xmlns:a16="http://schemas.microsoft.com/office/drawing/2014/main" id="{70BEB1E7-2F88-40BC-B73D-42E5B6F80B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89197" flipV="1">
            <a:off x="6980527" y="1929807"/>
            <a:ext cx="4556632" cy="4556632"/>
          </a:xfrm>
          <a:prstGeom prst="arc">
            <a:avLst>
              <a:gd name="adj1" fmla="val 16200000"/>
              <a:gd name="adj2" fmla="val 20093138"/>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7" name="!!Oval">
            <a:extLst>
              <a:ext uri="{FF2B5EF4-FFF2-40B4-BE49-F238E27FC236}">
                <a16:creationId xmlns:a16="http://schemas.microsoft.com/office/drawing/2014/main" id="{A7B99495-F43F-4D80-A44F-2CB4764EB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00988" y="1969050"/>
            <a:ext cx="666675" cy="64859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graphicFrame>
        <p:nvGraphicFramePr>
          <p:cNvPr id="4" name="Diagram 3">
            <a:extLst>
              <a:ext uri="{FF2B5EF4-FFF2-40B4-BE49-F238E27FC236}">
                <a16:creationId xmlns:a16="http://schemas.microsoft.com/office/drawing/2014/main" id="{BC5D373C-1AAC-E865-F4B7-840ACA62A7C5}"/>
              </a:ext>
            </a:extLst>
          </p:cNvPr>
          <p:cNvGraphicFramePr/>
          <p:nvPr>
            <p:extLst>
              <p:ext uri="{D42A27DB-BD31-4B8C-83A1-F6EECF244321}">
                <p14:modId xmlns:p14="http://schemas.microsoft.com/office/powerpoint/2010/main" val="1641014414"/>
              </p:ext>
            </p:extLst>
          </p:nvPr>
        </p:nvGraphicFramePr>
        <p:xfrm>
          <a:off x="1193307" y="1825625"/>
          <a:ext cx="5393361"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9" name="TextBox 18">
            <a:extLst>
              <a:ext uri="{FF2B5EF4-FFF2-40B4-BE49-F238E27FC236}">
                <a16:creationId xmlns:a16="http://schemas.microsoft.com/office/drawing/2014/main" id="{B2330983-61AD-81A5-246C-D80CE777E83F}"/>
              </a:ext>
            </a:extLst>
          </p:cNvPr>
          <p:cNvSpPr txBox="1"/>
          <p:nvPr/>
        </p:nvSpPr>
        <p:spPr>
          <a:xfrm>
            <a:off x="183931" y="6371896"/>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Page No.-7</a:t>
            </a:r>
          </a:p>
        </p:txBody>
      </p:sp>
    </p:spTree>
    <p:extLst>
      <p:ext uri="{BB962C8B-B14F-4D97-AF65-F5344CB8AC3E}">
        <p14:creationId xmlns:p14="http://schemas.microsoft.com/office/powerpoint/2010/main" val="32150076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2"/>
          <a:stretch>
            <a:fillRect t="-9000" b="-9000"/>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77EEB7-2CB0-E64A-13EE-0E6F2B79277D}"/>
              </a:ext>
            </a:extLst>
          </p:cNvPr>
          <p:cNvSpPr>
            <a:spLocks noGrp="1"/>
          </p:cNvSpPr>
          <p:nvPr>
            <p:ph type="title"/>
          </p:nvPr>
        </p:nvSpPr>
        <p:spPr>
          <a:solidFill>
            <a:schemeClr val="accent6">
              <a:lumMod val="60000"/>
              <a:lumOff val="40000"/>
            </a:schemeClr>
          </a:solidFill>
        </p:spPr>
        <p:txBody>
          <a:bodyPr>
            <a:normAutofit/>
          </a:bodyPr>
          <a:lstStyle/>
          <a:p>
            <a:r>
              <a:rPr lang="en-IN" sz="3200" b="1" dirty="0">
                <a:latin typeface="Calibri"/>
                <a:ea typeface="Calibri"/>
                <a:cs typeface="Calibri"/>
              </a:rPr>
              <a:t>Tools &amp; Technologies Used</a:t>
            </a:r>
            <a:endParaRPr lang="en-US" sz="3200"/>
          </a:p>
        </p:txBody>
      </p:sp>
      <p:sp>
        <p:nvSpPr>
          <p:cNvPr id="6" name="TextBox 5">
            <a:extLst>
              <a:ext uri="{FF2B5EF4-FFF2-40B4-BE49-F238E27FC236}">
                <a16:creationId xmlns:a16="http://schemas.microsoft.com/office/drawing/2014/main" id="{CD1938BD-5199-8BAE-7E69-E3BDC9E8B15A}"/>
              </a:ext>
            </a:extLst>
          </p:cNvPr>
          <p:cNvSpPr txBox="1"/>
          <p:nvPr/>
        </p:nvSpPr>
        <p:spPr>
          <a:xfrm>
            <a:off x="6529550" y="2010103"/>
            <a:ext cx="5136932" cy="3677603"/>
          </a:xfrm>
          <a:prstGeom prst="round2DiagRect">
            <a:avLst/>
          </a:prstGeom>
          <a:ln w="28575">
            <a:solidFill>
              <a:schemeClr val="accent6"/>
            </a:solidFill>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IN" sz="1400" b="1" dirty="0">
                <a:solidFill>
                  <a:srgbClr val="000000"/>
                </a:solidFill>
                <a:highlight>
                  <a:srgbClr val="FFFFFF"/>
                </a:highlight>
                <a:latin typeface="Calibri"/>
                <a:ea typeface="Calibri"/>
                <a:cs typeface="Calibri"/>
              </a:rPr>
              <a:t>DSA Used</a:t>
            </a:r>
            <a:endParaRPr lang="en-US" sz="1400">
              <a:solidFill>
                <a:srgbClr val="000000"/>
              </a:solidFill>
              <a:highlight>
                <a:srgbClr val="606060"/>
              </a:highlight>
              <a:latin typeface="Calibri"/>
              <a:ea typeface="Calibri"/>
              <a:cs typeface="Calibri"/>
            </a:endParaRPr>
          </a:p>
          <a:p>
            <a:pPr marL="285750" indent="-285750">
              <a:buFont typeface="Symbol"/>
              <a:buChar char="•"/>
            </a:pPr>
            <a:r>
              <a:rPr lang="en-IN" sz="1400" dirty="0">
                <a:solidFill>
                  <a:srgbClr val="000000"/>
                </a:solidFill>
                <a:highlight>
                  <a:srgbClr val="FFFFFF"/>
                </a:highlight>
                <a:latin typeface="Calibri"/>
                <a:ea typeface="Calibri"/>
                <a:cs typeface="Calibri"/>
              </a:rPr>
              <a:t>Array </a:t>
            </a:r>
            <a:endParaRPr lang="en-US" sz="1400">
              <a:solidFill>
                <a:srgbClr val="000000"/>
              </a:solidFill>
              <a:highlight>
                <a:srgbClr val="606060"/>
              </a:highlight>
              <a:latin typeface="Calibri"/>
              <a:ea typeface="Calibri"/>
              <a:cs typeface="Calibri"/>
            </a:endParaRPr>
          </a:p>
          <a:p>
            <a:pPr marL="285750" indent="-285750">
              <a:buFont typeface="Symbol"/>
              <a:buChar char="•"/>
            </a:pPr>
            <a:r>
              <a:rPr lang="en-IN" sz="1400" dirty="0">
                <a:solidFill>
                  <a:srgbClr val="000000"/>
                </a:solidFill>
                <a:highlight>
                  <a:srgbClr val="FFFFFF"/>
                </a:highlight>
                <a:latin typeface="Calibri"/>
                <a:ea typeface="Calibri"/>
                <a:cs typeface="Calibri"/>
              </a:rPr>
              <a:t>Structure </a:t>
            </a:r>
            <a:endParaRPr lang="en-US" sz="1400">
              <a:solidFill>
                <a:srgbClr val="000000"/>
              </a:solidFill>
              <a:highlight>
                <a:srgbClr val="606060"/>
              </a:highlight>
              <a:latin typeface="Calibri"/>
              <a:ea typeface="Calibri"/>
              <a:cs typeface="Calibri"/>
            </a:endParaRPr>
          </a:p>
          <a:p>
            <a:pPr marL="285750" indent="-285750">
              <a:buFont typeface="Symbol"/>
              <a:buChar char="•"/>
            </a:pPr>
            <a:r>
              <a:rPr lang="en-IN" sz="1400" dirty="0">
                <a:solidFill>
                  <a:srgbClr val="000000"/>
                </a:solidFill>
                <a:highlight>
                  <a:srgbClr val="FFFFFF"/>
                </a:highlight>
                <a:latin typeface="Calibri"/>
                <a:ea typeface="Calibri"/>
                <a:cs typeface="Calibri"/>
              </a:rPr>
              <a:t>Linked List </a:t>
            </a:r>
            <a:endParaRPr lang="en-US" sz="1400">
              <a:solidFill>
                <a:srgbClr val="000000"/>
              </a:solidFill>
              <a:highlight>
                <a:srgbClr val="606060"/>
              </a:highlight>
              <a:latin typeface="Calibri"/>
              <a:ea typeface="Calibri"/>
              <a:cs typeface="Calibri"/>
            </a:endParaRPr>
          </a:p>
          <a:p>
            <a:pPr marL="285750" indent="-285750">
              <a:buFont typeface="Symbol"/>
              <a:buChar char="•"/>
            </a:pPr>
            <a:r>
              <a:rPr lang="en-IN" sz="1400" dirty="0">
                <a:solidFill>
                  <a:srgbClr val="000000"/>
                </a:solidFill>
                <a:highlight>
                  <a:srgbClr val="FFFFFF"/>
                </a:highlight>
                <a:latin typeface="Calibri"/>
                <a:ea typeface="Calibri"/>
                <a:cs typeface="Calibri"/>
              </a:rPr>
              <a:t>Queue </a:t>
            </a:r>
            <a:endParaRPr lang="en-US" sz="1400">
              <a:solidFill>
                <a:srgbClr val="000000"/>
              </a:solidFill>
              <a:highlight>
                <a:srgbClr val="606060"/>
              </a:highlight>
              <a:latin typeface="Calibri"/>
              <a:ea typeface="Calibri"/>
              <a:cs typeface="Calibri"/>
            </a:endParaRPr>
          </a:p>
          <a:p>
            <a:pPr marL="285750" indent="-285750">
              <a:buFont typeface="Symbol"/>
              <a:buChar char="•"/>
            </a:pPr>
            <a:r>
              <a:rPr lang="en-IN" sz="1400" dirty="0">
                <a:solidFill>
                  <a:srgbClr val="000000"/>
                </a:solidFill>
                <a:highlight>
                  <a:srgbClr val="FFFFFF"/>
                </a:highlight>
                <a:latin typeface="Calibri"/>
                <a:ea typeface="Calibri"/>
                <a:cs typeface="Calibri"/>
              </a:rPr>
              <a:t>Priority Queue </a:t>
            </a:r>
            <a:endParaRPr lang="en-US" sz="1400">
              <a:solidFill>
                <a:srgbClr val="000000"/>
              </a:solidFill>
              <a:highlight>
                <a:srgbClr val="606060"/>
              </a:highlight>
              <a:latin typeface="Calibri"/>
              <a:ea typeface="Calibri"/>
              <a:cs typeface="Calibri"/>
            </a:endParaRPr>
          </a:p>
          <a:p>
            <a:pPr marL="285750" indent="-285750">
              <a:buFont typeface="Symbol"/>
              <a:buChar char="•"/>
            </a:pPr>
            <a:r>
              <a:rPr lang="en-IN" sz="1400" dirty="0">
                <a:solidFill>
                  <a:srgbClr val="000000"/>
                </a:solidFill>
                <a:highlight>
                  <a:srgbClr val="FFFFFF"/>
                </a:highlight>
                <a:latin typeface="Calibri"/>
                <a:ea typeface="Calibri"/>
                <a:cs typeface="Calibri"/>
              </a:rPr>
              <a:t>Stack </a:t>
            </a:r>
            <a:endParaRPr lang="en-US" sz="1400">
              <a:solidFill>
                <a:srgbClr val="000000"/>
              </a:solidFill>
              <a:highlight>
                <a:srgbClr val="606060"/>
              </a:highlight>
              <a:latin typeface="Calibri"/>
              <a:ea typeface="Calibri"/>
              <a:cs typeface="Calibri"/>
            </a:endParaRPr>
          </a:p>
          <a:p>
            <a:pPr marL="285750" indent="-285750">
              <a:buFont typeface="Symbol"/>
              <a:buChar char="•"/>
            </a:pPr>
            <a:r>
              <a:rPr lang="en-IN" sz="1400" dirty="0">
                <a:solidFill>
                  <a:srgbClr val="000000"/>
                </a:solidFill>
                <a:highlight>
                  <a:srgbClr val="FFFFFF"/>
                </a:highlight>
                <a:latin typeface="Calibri"/>
                <a:ea typeface="Calibri"/>
                <a:cs typeface="Calibri"/>
              </a:rPr>
              <a:t>Graph </a:t>
            </a:r>
            <a:endParaRPr lang="en-US" sz="1400">
              <a:solidFill>
                <a:srgbClr val="000000"/>
              </a:solidFill>
              <a:highlight>
                <a:srgbClr val="606060"/>
              </a:highlight>
              <a:latin typeface="Calibri"/>
              <a:ea typeface="Calibri"/>
              <a:cs typeface="Calibri"/>
            </a:endParaRPr>
          </a:p>
          <a:p>
            <a:r>
              <a:rPr lang="en-IN" sz="1400" b="1" dirty="0">
                <a:solidFill>
                  <a:srgbClr val="000000"/>
                </a:solidFill>
                <a:highlight>
                  <a:srgbClr val="FFFFFF"/>
                </a:highlight>
                <a:latin typeface="Calibri"/>
                <a:ea typeface="Calibri"/>
                <a:cs typeface="Calibri"/>
              </a:rPr>
              <a:t>Algorithms Used</a:t>
            </a:r>
            <a:endParaRPr lang="en-US" sz="1400">
              <a:solidFill>
                <a:srgbClr val="000000"/>
              </a:solidFill>
              <a:highlight>
                <a:srgbClr val="606060"/>
              </a:highlight>
              <a:latin typeface="Calibri"/>
              <a:ea typeface="Calibri"/>
              <a:cs typeface="Calibri"/>
            </a:endParaRPr>
          </a:p>
          <a:p>
            <a:pPr marL="285750" indent="-285750">
              <a:buFont typeface="Symbol"/>
              <a:buChar char="•"/>
            </a:pPr>
            <a:r>
              <a:rPr lang="en-IN" sz="1400" dirty="0">
                <a:solidFill>
                  <a:srgbClr val="000000"/>
                </a:solidFill>
                <a:highlight>
                  <a:srgbClr val="FFFFFF"/>
                </a:highlight>
                <a:latin typeface="Calibri"/>
                <a:ea typeface="Calibri"/>
                <a:cs typeface="Calibri"/>
              </a:rPr>
              <a:t>Linear Search </a:t>
            </a:r>
            <a:endParaRPr lang="en-US" sz="1400">
              <a:solidFill>
                <a:srgbClr val="000000"/>
              </a:solidFill>
              <a:highlight>
                <a:srgbClr val="606060"/>
              </a:highlight>
              <a:latin typeface="Calibri"/>
              <a:ea typeface="Calibri"/>
              <a:cs typeface="Calibri"/>
            </a:endParaRPr>
          </a:p>
          <a:p>
            <a:pPr marL="285750" indent="-285750">
              <a:buFont typeface="Symbol"/>
              <a:buChar char="•"/>
            </a:pPr>
            <a:r>
              <a:rPr lang="en-IN" sz="1400" dirty="0">
                <a:solidFill>
                  <a:srgbClr val="000000"/>
                </a:solidFill>
                <a:highlight>
                  <a:srgbClr val="FFFFFF"/>
                </a:highlight>
                <a:latin typeface="Calibri"/>
                <a:ea typeface="Calibri"/>
                <a:cs typeface="Calibri"/>
              </a:rPr>
              <a:t>Binary Search </a:t>
            </a:r>
            <a:endParaRPr lang="en-US" sz="1400">
              <a:solidFill>
                <a:srgbClr val="000000"/>
              </a:solidFill>
              <a:highlight>
                <a:srgbClr val="606060"/>
              </a:highlight>
              <a:latin typeface="Calibri"/>
              <a:ea typeface="Calibri"/>
              <a:cs typeface="Calibri"/>
            </a:endParaRPr>
          </a:p>
          <a:p>
            <a:pPr marL="285750" indent="-285750">
              <a:buFont typeface="Symbol"/>
              <a:buChar char="•"/>
            </a:pPr>
            <a:r>
              <a:rPr lang="en-IN" sz="1400" dirty="0">
                <a:solidFill>
                  <a:srgbClr val="000000"/>
                </a:solidFill>
                <a:highlight>
                  <a:srgbClr val="FFFFFF"/>
                </a:highlight>
                <a:latin typeface="Calibri"/>
                <a:ea typeface="Calibri"/>
                <a:cs typeface="Calibri"/>
              </a:rPr>
              <a:t>Bubble Sort </a:t>
            </a:r>
            <a:endParaRPr lang="en-US" sz="1400">
              <a:solidFill>
                <a:srgbClr val="000000"/>
              </a:solidFill>
              <a:highlight>
                <a:srgbClr val="606060"/>
              </a:highlight>
              <a:latin typeface="Calibri"/>
              <a:ea typeface="Calibri"/>
              <a:cs typeface="Calibri"/>
            </a:endParaRPr>
          </a:p>
          <a:p>
            <a:pPr marL="285750" indent="-285750">
              <a:buFont typeface="Symbol"/>
              <a:buChar char="•"/>
            </a:pPr>
            <a:r>
              <a:rPr lang="en-IN" sz="1400" dirty="0">
                <a:solidFill>
                  <a:srgbClr val="000000"/>
                </a:solidFill>
                <a:highlight>
                  <a:srgbClr val="FFFFFF"/>
                </a:highlight>
                <a:latin typeface="Calibri"/>
                <a:ea typeface="Calibri"/>
                <a:cs typeface="Calibri"/>
              </a:rPr>
              <a:t>BFS </a:t>
            </a:r>
            <a:endParaRPr lang="en-US" sz="1400">
              <a:solidFill>
                <a:srgbClr val="000000"/>
              </a:solidFill>
              <a:highlight>
                <a:srgbClr val="606060"/>
              </a:highlight>
              <a:latin typeface="Calibri"/>
              <a:ea typeface="Calibri"/>
              <a:cs typeface="Calibri"/>
            </a:endParaRPr>
          </a:p>
          <a:p>
            <a:pPr marL="285750" indent="-285750">
              <a:buFont typeface="Symbol"/>
              <a:buChar char="•"/>
            </a:pPr>
            <a:r>
              <a:rPr lang="en-IN" sz="1400" dirty="0">
                <a:solidFill>
                  <a:srgbClr val="000000"/>
                </a:solidFill>
                <a:highlight>
                  <a:srgbClr val="FFFFFF"/>
                </a:highlight>
                <a:latin typeface="Calibri"/>
                <a:ea typeface="Calibri"/>
                <a:cs typeface="Calibri"/>
              </a:rPr>
              <a:t>DFS </a:t>
            </a:r>
            <a:endParaRPr lang="en-US" sz="1400">
              <a:solidFill>
                <a:srgbClr val="000000"/>
              </a:solidFill>
              <a:highlight>
                <a:srgbClr val="606060"/>
              </a:highlight>
              <a:latin typeface="Calibri"/>
              <a:ea typeface="Calibri"/>
              <a:cs typeface="Calibri"/>
            </a:endParaRPr>
          </a:p>
          <a:p>
            <a:pPr marL="285750" indent="-285750">
              <a:buFont typeface="Symbol"/>
              <a:buChar char="•"/>
            </a:pPr>
            <a:r>
              <a:rPr lang="en-IN" sz="1400" dirty="0">
                <a:solidFill>
                  <a:srgbClr val="000000"/>
                </a:solidFill>
                <a:highlight>
                  <a:srgbClr val="FFFFFF"/>
                </a:highlight>
                <a:latin typeface="Calibri"/>
                <a:ea typeface="Calibri"/>
                <a:cs typeface="Calibri"/>
              </a:rPr>
              <a:t>Rule-based recommendation</a:t>
            </a:r>
            <a:endParaRPr lang="en-US" sz="1400" dirty="0"/>
          </a:p>
        </p:txBody>
      </p:sp>
      <p:graphicFrame>
        <p:nvGraphicFramePr>
          <p:cNvPr id="5" name="Content Placeholder 4">
            <a:extLst>
              <a:ext uri="{FF2B5EF4-FFF2-40B4-BE49-F238E27FC236}">
                <a16:creationId xmlns:a16="http://schemas.microsoft.com/office/drawing/2014/main" id="{CEFE2F85-2E45-D6F2-05D5-EBF42D9A1042}"/>
              </a:ext>
            </a:extLst>
          </p:cNvPr>
          <p:cNvGraphicFramePr>
            <a:graphicFrameLocks noGrp="1"/>
          </p:cNvGraphicFramePr>
          <p:nvPr>
            <p:ph idx="1"/>
            <p:extLst>
              <p:ext uri="{D42A27DB-BD31-4B8C-83A1-F6EECF244321}">
                <p14:modId xmlns:p14="http://schemas.microsoft.com/office/powerpoint/2010/main" val="879157961"/>
              </p:ext>
            </p:extLst>
          </p:nvPr>
        </p:nvGraphicFramePr>
        <p:xfrm>
          <a:off x="838200" y="1825625"/>
          <a:ext cx="5496851" cy="3875994"/>
        </p:xfrm>
        <a:graphic>
          <a:graphicData uri="http://schemas.openxmlformats.org/drawingml/2006/table">
            <a:tbl>
              <a:tblPr bandRow="1">
                <a:tableStyleId>{93296810-A885-4BE3-A3E7-6D5BEEA58F35}</a:tableStyleId>
              </a:tblPr>
              <a:tblGrid>
                <a:gridCol w="1260611">
                  <a:extLst>
                    <a:ext uri="{9D8B030D-6E8A-4147-A177-3AD203B41FA5}">
                      <a16:colId xmlns:a16="http://schemas.microsoft.com/office/drawing/2014/main" val="4145480264"/>
                    </a:ext>
                  </a:extLst>
                </a:gridCol>
                <a:gridCol w="4236240">
                  <a:extLst>
                    <a:ext uri="{9D8B030D-6E8A-4147-A177-3AD203B41FA5}">
                      <a16:colId xmlns:a16="http://schemas.microsoft.com/office/drawing/2014/main" val="433527296"/>
                    </a:ext>
                  </a:extLst>
                </a:gridCol>
              </a:tblGrid>
              <a:tr h="430666">
                <a:tc>
                  <a:txBody>
                    <a:bodyPr/>
                    <a:lstStyle/>
                    <a:p>
                      <a:pPr marL="0" marR="0" indent="0" algn="l" rtl="0" fontAlgn="base">
                        <a:spcAft>
                          <a:spcPts val="800"/>
                        </a:spcAft>
                        <a:buNone/>
                      </a:pPr>
                      <a:r>
                        <a:rPr lang="en-IN" sz="1100" dirty="0">
                          <a:effectLst/>
                        </a:rPr>
                        <a:t>Technology</a:t>
                      </a:r>
                      <a:r>
                        <a:rPr lang="en-GB" sz="1100" dirty="0">
                          <a:effectLst/>
                        </a:rPr>
                        <a:t> </a:t>
                      </a:r>
                      <a:endParaRPr lang="en-GB" dirty="0">
                        <a:effectLst/>
                      </a:endParaRPr>
                    </a:p>
                  </a:txBody>
                  <a:tcPr marL="9525" marR="9525" marT="9525" marB="9525" anchor="ctr"/>
                </a:tc>
                <a:tc>
                  <a:txBody>
                    <a:bodyPr/>
                    <a:lstStyle/>
                    <a:p>
                      <a:pPr marL="0" marR="0" indent="0" algn="l" rtl="0" fontAlgn="base">
                        <a:spcAft>
                          <a:spcPts val="800"/>
                        </a:spcAft>
                        <a:buNone/>
                      </a:pPr>
                      <a:r>
                        <a:rPr lang="en-IN" sz="1100" dirty="0">
                          <a:effectLst/>
                        </a:rPr>
                        <a:t>Purpose</a:t>
                      </a:r>
                      <a:r>
                        <a:rPr lang="en-GB" sz="1100" dirty="0">
                          <a:effectLst/>
                        </a:rPr>
                        <a:t> </a:t>
                      </a:r>
                      <a:endParaRPr lang="en-GB">
                        <a:effectLst/>
                      </a:endParaRPr>
                    </a:p>
                  </a:txBody>
                  <a:tcPr marL="9525" marR="9525" marT="9525" marB="9525" anchor="ctr"/>
                </a:tc>
                <a:extLst>
                  <a:ext uri="{0D108BD9-81ED-4DB2-BD59-A6C34878D82A}">
                    <a16:rowId xmlns:a16="http://schemas.microsoft.com/office/drawing/2014/main" val="2842665181"/>
                  </a:ext>
                </a:extLst>
              </a:tr>
              <a:tr h="430666">
                <a:tc>
                  <a:txBody>
                    <a:bodyPr/>
                    <a:lstStyle/>
                    <a:p>
                      <a:pPr marL="0" marR="0" indent="0" algn="l" rtl="0" fontAlgn="base">
                        <a:spcAft>
                          <a:spcPts val="800"/>
                        </a:spcAft>
                        <a:buNone/>
                      </a:pPr>
                      <a:r>
                        <a:rPr lang="en-IN" sz="1100" dirty="0">
                          <a:effectLst/>
                        </a:rPr>
                        <a:t>C</a:t>
                      </a:r>
                      <a:r>
                        <a:rPr lang="en-GB" sz="1100" dirty="0">
                          <a:effectLst/>
                        </a:rPr>
                        <a:t> </a:t>
                      </a:r>
                      <a:endParaRPr lang="en-GB" dirty="0">
                        <a:effectLst/>
                      </a:endParaRPr>
                    </a:p>
                  </a:txBody>
                  <a:tcPr marL="9525" marR="9525" marT="9525" marB="9525" anchor="ctr"/>
                </a:tc>
                <a:tc>
                  <a:txBody>
                    <a:bodyPr/>
                    <a:lstStyle/>
                    <a:p>
                      <a:pPr marL="0" marR="0" indent="0" algn="l" rtl="0" fontAlgn="base">
                        <a:spcAft>
                          <a:spcPts val="800"/>
                        </a:spcAft>
                        <a:buNone/>
                      </a:pPr>
                      <a:r>
                        <a:rPr lang="en-IN" sz="1100" dirty="0">
                          <a:effectLst/>
                        </a:rPr>
                        <a:t>Data Structures, algorithms and core processing</a:t>
                      </a:r>
                      <a:r>
                        <a:rPr lang="en-GB" sz="1100" dirty="0">
                          <a:effectLst/>
                        </a:rPr>
                        <a:t> </a:t>
                      </a:r>
                      <a:endParaRPr lang="en-GB" dirty="0">
                        <a:effectLst/>
                      </a:endParaRPr>
                    </a:p>
                  </a:txBody>
                  <a:tcPr marL="9525" marR="9525" marT="9525" marB="9525" anchor="ctr"/>
                </a:tc>
                <a:extLst>
                  <a:ext uri="{0D108BD9-81ED-4DB2-BD59-A6C34878D82A}">
                    <a16:rowId xmlns:a16="http://schemas.microsoft.com/office/drawing/2014/main" val="1379607511"/>
                  </a:ext>
                </a:extLst>
              </a:tr>
              <a:tr h="430666">
                <a:tc>
                  <a:txBody>
                    <a:bodyPr/>
                    <a:lstStyle/>
                    <a:p>
                      <a:pPr marL="0" marR="0" indent="0" algn="l" rtl="0" fontAlgn="base">
                        <a:spcAft>
                          <a:spcPts val="800"/>
                        </a:spcAft>
                        <a:buNone/>
                      </a:pPr>
                      <a:r>
                        <a:rPr lang="en-IN" sz="1100" dirty="0">
                          <a:effectLst/>
                        </a:rPr>
                        <a:t>HTML</a:t>
                      </a:r>
                      <a:r>
                        <a:rPr lang="en-GB" sz="1100" dirty="0">
                          <a:effectLst/>
                        </a:rPr>
                        <a:t> </a:t>
                      </a:r>
                      <a:endParaRPr lang="en-GB" dirty="0">
                        <a:effectLst/>
                      </a:endParaRPr>
                    </a:p>
                  </a:txBody>
                  <a:tcPr marL="9525" marR="9525" marT="9525" marB="9525" anchor="ctr"/>
                </a:tc>
                <a:tc>
                  <a:txBody>
                    <a:bodyPr/>
                    <a:lstStyle/>
                    <a:p>
                      <a:pPr marL="0" marR="0" indent="0" algn="l" rtl="0" fontAlgn="base">
                        <a:spcAft>
                          <a:spcPts val="800"/>
                        </a:spcAft>
                        <a:buNone/>
                      </a:pPr>
                      <a:r>
                        <a:rPr lang="en-IN" sz="1100" dirty="0">
                          <a:effectLst/>
                        </a:rPr>
                        <a:t>Webpage structure</a:t>
                      </a:r>
                      <a:r>
                        <a:rPr lang="en-GB" sz="1100" dirty="0">
                          <a:effectLst/>
                        </a:rPr>
                        <a:t> </a:t>
                      </a:r>
                      <a:endParaRPr lang="en-GB" dirty="0">
                        <a:effectLst/>
                      </a:endParaRPr>
                    </a:p>
                  </a:txBody>
                  <a:tcPr marL="9525" marR="9525" marT="9525" marB="9525" anchor="ctr"/>
                </a:tc>
                <a:extLst>
                  <a:ext uri="{0D108BD9-81ED-4DB2-BD59-A6C34878D82A}">
                    <a16:rowId xmlns:a16="http://schemas.microsoft.com/office/drawing/2014/main" val="3230344813"/>
                  </a:ext>
                </a:extLst>
              </a:tr>
              <a:tr h="430666">
                <a:tc>
                  <a:txBody>
                    <a:bodyPr/>
                    <a:lstStyle/>
                    <a:p>
                      <a:pPr marL="0" marR="0" indent="0" algn="l" rtl="0" fontAlgn="base">
                        <a:spcAft>
                          <a:spcPts val="800"/>
                        </a:spcAft>
                        <a:buNone/>
                      </a:pPr>
                      <a:r>
                        <a:rPr lang="en-IN" sz="1100" dirty="0">
                          <a:effectLst/>
                        </a:rPr>
                        <a:t>CSS</a:t>
                      </a:r>
                      <a:r>
                        <a:rPr lang="en-GB" sz="1100" dirty="0">
                          <a:effectLst/>
                        </a:rPr>
                        <a:t> </a:t>
                      </a:r>
                      <a:endParaRPr lang="en-GB" dirty="0">
                        <a:effectLst/>
                      </a:endParaRPr>
                    </a:p>
                  </a:txBody>
                  <a:tcPr marL="9525" marR="9525" marT="9525" marB="9525" anchor="ctr"/>
                </a:tc>
                <a:tc>
                  <a:txBody>
                    <a:bodyPr/>
                    <a:lstStyle/>
                    <a:p>
                      <a:pPr marL="0" marR="0" indent="0" algn="l" rtl="0" fontAlgn="base">
                        <a:spcAft>
                          <a:spcPts val="800"/>
                        </a:spcAft>
                        <a:buNone/>
                      </a:pPr>
                      <a:r>
                        <a:rPr lang="en-IN" sz="1100" dirty="0">
                          <a:effectLst/>
                        </a:rPr>
                        <a:t>Interface design and layout</a:t>
                      </a:r>
                      <a:r>
                        <a:rPr lang="en-GB" sz="1100" dirty="0">
                          <a:effectLst/>
                        </a:rPr>
                        <a:t> </a:t>
                      </a:r>
                      <a:endParaRPr lang="en-GB" dirty="0">
                        <a:effectLst/>
                      </a:endParaRPr>
                    </a:p>
                  </a:txBody>
                  <a:tcPr marL="9525" marR="9525" marT="9525" marB="9525" anchor="ctr"/>
                </a:tc>
                <a:extLst>
                  <a:ext uri="{0D108BD9-81ED-4DB2-BD59-A6C34878D82A}">
                    <a16:rowId xmlns:a16="http://schemas.microsoft.com/office/drawing/2014/main" val="1189100005"/>
                  </a:ext>
                </a:extLst>
              </a:tr>
              <a:tr h="430666">
                <a:tc>
                  <a:txBody>
                    <a:bodyPr/>
                    <a:lstStyle/>
                    <a:p>
                      <a:pPr marL="0" marR="0" indent="0" algn="l" rtl="0" fontAlgn="base">
                        <a:spcAft>
                          <a:spcPts val="800"/>
                        </a:spcAft>
                        <a:buNone/>
                      </a:pPr>
                      <a:r>
                        <a:rPr lang="en-IN" sz="1100" dirty="0">
                          <a:effectLst/>
                        </a:rPr>
                        <a:t>JavaScript</a:t>
                      </a:r>
                      <a:r>
                        <a:rPr lang="en-GB" sz="1100" dirty="0">
                          <a:effectLst/>
                        </a:rPr>
                        <a:t> </a:t>
                      </a:r>
                      <a:endParaRPr lang="en-GB" dirty="0">
                        <a:effectLst/>
                      </a:endParaRPr>
                    </a:p>
                  </a:txBody>
                  <a:tcPr marL="9525" marR="9525" marT="9525" marB="9525" anchor="ctr"/>
                </a:tc>
                <a:tc>
                  <a:txBody>
                    <a:bodyPr/>
                    <a:lstStyle/>
                    <a:p>
                      <a:pPr marL="0" marR="0" indent="0" algn="l" rtl="0" fontAlgn="base">
                        <a:spcAft>
                          <a:spcPts val="800"/>
                        </a:spcAft>
                        <a:buNone/>
                      </a:pPr>
                      <a:r>
                        <a:rPr lang="en-IN" sz="1100" dirty="0">
                          <a:effectLst/>
                        </a:rPr>
                        <a:t>Frontend interaction</a:t>
                      </a:r>
                      <a:r>
                        <a:rPr lang="en-GB" sz="1100" dirty="0">
                          <a:effectLst/>
                        </a:rPr>
                        <a:t> </a:t>
                      </a:r>
                      <a:endParaRPr lang="en-GB" dirty="0">
                        <a:effectLst/>
                      </a:endParaRPr>
                    </a:p>
                  </a:txBody>
                  <a:tcPr marL="9525" marR="9525" marT="9525" marB="9525" anchor="ctr"/>
                </a:tc>
                <a:extLst>
                  <a:ext uri="{0D108BD9-81ED-4DB2-BD59-A6C34878D82A}">
                    <a16:rowId xmlns:a16="http://schemas.microsoft.com/office/drawing/2014/main" val="3603451359"/>
                  </a:ext>
                </a:extLst>
              </a:tr>
              <a:tr h="430666">
                <a:tc>
                  <a:txBody>
                    <a:bodyPr/>
                    <a:lstStyle/>
                    <a:p>
                      <a:pPr marL="0" marR="0" indent="0" algn="l" rtl="0" fontAlgn="base">
                        <a:spcAft>
                          <a:spcPts val="800"/>
                        </a:spcAft>
                        <a:buNone/>
                      </a:pPr>
                      <a:r>
                        <a:rPr lang="en-IN" sz="1100" dirty="0">
                          <a:effectLst/>
                        </a:rPr>
                        <a:t>Python Flask</a:t>
                      </a:r>
                      <a:r>
                        <a:rPr lang="en-GB" sz="1100" dirty="0">
                          <a:effectLst/>
                        </a:rPr>
                        <a:t> </a:t>
                      </a:r>
                      <a:endParaRPr lang="en-GB" dirty="0">
                        <a:effectLst/>
                      </a:endParaRPr>
                    </a:p>
                  </a:txBody>
                  <a:tcPr marL="9525" marR="9525" marT="9525" marB="9525" anchor="ctr"/>
                </a:tc>
                <a:tc>
                  <a:txBody>
                    <a:bodyPr/>
                    <a:lstStyle/>
                    <a:p>
                      <a:pPr marL="0" marR="0" indent="0" algn="l" rtl="0" fontAlgn="base">
                        <a:spcAft>
                          <a:spcPts val="800"/>
                        </a:spcAft>
                        <a:buNone/>
                      </a:pPr>
                      <a:r>
                        <a:rPr lang="en-IN" sz="1100" dirty="0">
                          <a:effectLst/>
                        </a:rPr>
                        <a:t>Backend/API</a:t>
                      </a:r>
                      <a:r>
                        <a:rPr lang="en-GB" sz="1100" dirty="0">
                          <a:effectLst/>
                        </a:rPr>
                        <a:t> </a:t>
                      </a:r>
                      <a:endParaRPr lang="en-GB" dirty="0">
                        <a:effectLst/>
                      </a:endParaRPr>
                    </a:p>
                  </a:txBody>
                  <a:tcPr marL="9525" marR="9525" marT="9525" marB="9525" anchor="ctr"/>
                </a:tc>
                <a:extLst>
                  <a:ext uri="{0D108BD9-81ED-4DB2-BD59-A6C34878D82A}">
                    <a16:rowId xmlns:a16="http://schemas.microsoft.com/office/drawing/2014/main" val="823458832"/>
                  </a:ext>
                </a:extLst>
              </a:tr>
              <a:tr h="430666">
                <a:tc>
                  <a:txBody>
                    <a:bodyPr/>
                    <a:lstStyle/>
                    <a:p>
                      <a:pPr marL="0" marR="0" indent="0" algn="l" rtl="0" fontAlgn="base">
                        <a:spcAft>
                          <a:spcPts val="800"/>
                        </a:spcAft>
                        <a:buNone/>
                      </a:pPr>
                      <a:r>
                        <a:rPr lang="en-IN" sz="1100" dirty="0">
                          <a:effectLst/>
                        </a:rPr>
                        <a:t>SQLite</a:t>
                      </a:r>
                      <a:r>
                        <a:rPr lang="en-GB" sz="1100" dirty="0">
                          <a:effectLst/>
                        </a:rPr>
                        <a:t> </a:t>
                      </a:r>
                      <a:endParaRPr lang="en-GB" dirty="0">
                        <a:effectLst/>
                      </a:endParaRPr>
                    </a:p>
                  </a:txBody>
                  <a:tcPr marL="9525" marR="9525" marT="9525" marB="9525" anchor="ctr"/>
                </a:tc>
                <a:tc>
                  <a:txBody>
                    <a:bodyPr/>
                    <a:lstStyle/>
                    <a:p>
                      <a:pPr marL="0" marR="0" indent="0" algn="l" rtl="0" fontAlgn="base">
                        <a:spcAft>
                          <a:spcPts val="800"/>
                        </a:spcAft>
                        <a:buNone/>
                      </a:pPr>
                      <a:r>
                        <a:rPr lang="en-IN" sz="1100" dirty="0">
                          <a:effectLst/>
                        </a:rPr>
                        <a:t>Database and data storage</a:t>
                      </a:r>
                      <a:r>
                        <a:rPr lang="en-GB" sz="1100" dirty="0">
                          <a:effectLst/>
                        </a:rPr>
                        <a:t> </a:t>
                      </a:r>
                      <a:endParaRPr lang="en-GB" dirty="0">
                        <a:effectLst/>
                      </a:endParaRPr>
                    </a:p>
                  </a:txBody>
                  <a:tcPr marL="9525" marR="9525" marT="9525" marB="9525" anchor="ctr"/>
                </a:tc>
                <a:extLst>
                  <a:ext uri="{0D108BD9-81ED-4DB2-BD59-A6C34878D82A}">
                    <a16:rowId xmlns:a16="http://schemas.microsoft.com/office/drawing/2014/main" val="1936441135"/>
                  </a:ext>
                </a:extLst>
              </a:tr>
              <a:tr h="430666">
                <a:tc>
                  <a:txBody>
                    <a:bodyPr/>
                    <a:lstStyle/>
                    <a:p>
                      <a:pPr marL="0" marR="0" indent="0" algn="l" rtl="0" fontAlgn="base">
                        <a:spcAft>
                          <a:spcPts val="800"/>
                        </a:spcAft>
                        <a:buNone/>
                      </a:pPr>
                      <a:r>
                        <a:rPr lang="en-IN" sz="1100" dirty="0">
                          <a:effectLst/>
                        </a:rPr>
                        <a:t>VS Code</a:t>
                      </a:r>
                      <a:r>
                        <a:rPr lang="en-GB" sz="1100" dirty="0">
                          <a:effectLst/>
                        </a:rPr>
                        <a:t> / </a:t>
                      </a:r>
                      <a:r>
                        <a:rPr lang="en-GB" sz="1100">
                          <a:effectLst/>
                        </a:rPr>
                        <a:t>Codeblock</a:t>
                      </a:r>
                      <a:endParaRPr lang="en-GB" dirty="0">
                        <a:effectLst/>
                      </a:endParaRPr>
                    </a:p>
                  </a:txBody>
                  <a:tcPr marL="9525" marR="9525" marT="9525" marB="9525" anchor="ctr"/>
                </a:tc>
                <a:tc>
                  <a:txBody>
                    <a:bodyPr/>
                    <a:lstStyle/>
                    <a:p>
                      <a:pPr marL="0" marR="0" indent="0" algn="l" rtl="0" fontAlgn="base">
                        <a:spcAft>
                          <a:spcPts val="800"/>
                        </a:spcAft>
                        <a:buNone/>
                      </a:pPr>
                      <a:r>
                        <a:rPr lang="en-IN" sz="1100" dirty="0">
                          <a:effectLst/>
                        </a:rPr>
                        <a:t> C Development</a:t>
                      </a:r>
                      <a:r>
                        <a:rPr lang="en-GB" sz="1100" dirty="0">
                          <a:effectLst/>
                        </a:rPr>
                        <a:t> </a:t>
                      </a:r>
                      <a:endParaRPr lang="en-GB" dirty="0">
                        <a:effectLst/>
                      </a:endParaRPr>
                    </a:p>
                  </a:txBody>
                  <a:tcPr marL="9525" marR="9525" marT="9525" marB="9525" anchor="ctr"/>
                </a:tc>
                <a:extLst>
                  <a:ext uri="{0D108BD9-81ED-4DB2-BD59-A6C34878D82A}">
                    <a16:rowId xmlns:a16="http://schemas.microsoft.com/office/drawing/2014/main" val="2248657239"/>
                  </a:ext>
                </a:extLst>
              </a:tr>
              <a:tr h="430666">
                <a:tc>
                  <a:txBody>
                    <a:bodyPr/>
                    <a:lstStyle/>
                    <a:p>
                      <a:pPr marL="0" marR="0" indent="0" algn="l" rtl="0" fontAlgn="base">
                        <a:spcAft>
                          <a:spcPts val="800"/>
                        </a:spcAft>
                        <a:buNone/>
                      </a:pPr>
                      <a:r>
                        <a:rPr lang="en-IN" sz="1100" dirty="0">
                          <a:effectLst/>
                        </a:rPr>
                        <a:t>Web Browser</a:t>
                      </a:r>
                      <a:r>
                        <a:rPr lang="en-GB" sz="1100" dirty="0">
                          <a:effectLst/>
                        </a:rPr>
                        <a:t> </a:t>
                      </a:r>
                      <a:endParaRPr lang="en-GB" dirty="0">
                        <a:effectLst/>
                      </a:endParaRPr>
                    </a:p>
                  </a:txBody>
                  <a:tcPr marL="9525" marR="9525" marT="9525" marB="9525" anchor="ctr"/>
                </a:tc>
                <a:tc>
                  <a:txBody>
                    <a:bodyPr/>
                    <a:lstStyle/>
                    <a:p>
                      <a:pPr marL="0" marR="0" indent="0" algn="l" rtl="0" fontAlgn="base">
                        <a:spcAft>
                          <a:spcPts val="800"/>
                        </a:spcAft>
                        <a:buNone/>
                      </a:pPr>
                      <a:r>
                        <a:rPr lang="en-IN" sz="1100" dirty="0">
                          <a:effectLst/>
                        </a:rPr>
                        <a:t>Running and testing frontend</a:t>
                      </a:r>
                      <a:r>
                        <a:rPr lang="en-GB" sz="1100" dirty="0">
                          <a:effectLst/>
                        </a:rPr>
                        <a:t> </a:t>
                      </a:r>
                      <a:endParaRPr lang="en-GB" dirty="0">
                        <a:effectLst/>
                      </a:endParaRPr>
                    </a:p>
                  </a:txBody>
                  <a:tcPr marL="9525" marR="9525" marT="9525" marB="9525" anchor="ctr"/>
                </a:tc>
                <a:extLst>
                  <a:ext uri="{0D108BD9-81ED-4DB2-BD59-A6C34878D82A}">
                    <a16:rowId xmlns:a16="http://schemas.microsoft.com/office/drawing/2014/main" val="3778530912"/>
                  </a:ext>
                </a:extLst>
              </a:tr>
            </a:tbl>
          </a:graphicData>
        </a:graphic>
      </p:graphicFrame>
      <p:sp>
        <p:nvSpPr>
          <p:cNvPr id="3" name="TextBox 2">
            <a:extLst>
              <a:ext uri="{FF2B5EF4-FFF2-40B4-BE49-F238E27FC236}">
                <a16:creationId xmlns:a16="http://schemas.microsoft.com/office/drawing/2014/main" id="{3D8C7C9F-26E1-9CD1-B97E-3F0C96AC4495}"/>
              </a:ext>
            </a:extLst>
          </p:cNvPr>
          <p:cNvSpPr txBox="1"/>
          <p:nvPr/>
        </p:nvSpPr>
        <p:spPr>
          <a:xfrm>
            <a:off x="341586" y="6555827"/>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solidFill>
                  <a:schemeClr val="bg1"/>
                </a:solidFill>
              </a:rPr>
              <a:t>Page No.-8</a:t>
            </a:r>
          </a:p>
        </p:txBody>
      </p:sp>
    </p:spTree>
    <p:extLst>
      <p:ext uri="{BB962C8B-B14F-4D97-AF65-F5344CB8AC3E}">
        <p14:creationId xmlns:p14="http://schemas.microsoft.com/office/powerpoint/2010/main" val="17922909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7" name="Rectangle 56">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 name="Freeform: Shape 61">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 name="Rectangle 58">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65">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Freeform: Shape 67">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70" name="Isosceles Triangle 69">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Isosceles Triangle 71">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EE40569-C3DA-AA41-BD22-5CDDF2C9979E}"/>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a:solidFill>
                  <a:srgbClr val="FFFFFF"/>
                </a:solidFill>
                <a:latin typeface="+mj-lt"/>
                <a:ea typeface="+mj-ea"/>
                <a:cs typeface="+mj-cs"/>
              </a:rPr>
              <a:t>System architecture</a:t>
            </a:r>
          </a:p>
        </p:txBody>
      </p:sp>
      <p:graphicFrame>
        <p:nvGraphicFramePr>
          <p:cNvPr id="4" name="Diagram 3">
            <a:extLst>
              <a:ext uri="{FF2B5EF4-FFF2-40B4-BE49-F238E27FC236}">
                <a16:creationId xmlns:a16="http://schemas.microsoft.com/office/drawing/2014/main" id="{FF63C233-69D8-1C47-0D07-5CC92B213487}"/>
              </a:ext>
            </a:extLst>
          </p:cNvPr>
          <p:cNvGraphicFramePr/>
          <p:nvPr>
            <p:extLst>
              <p:ext uri="{D42A27DB-BD31-4B8C-83A1-F6EECF244321}">
                <p14:modId xmlns:p14="http://schemas.microsoft.com/office/powerpoint/2010/main" val="1370705908"/>
              </p:ext>
            </p:extLst>
          </p:nvPr>
        </p:nvGraphicFramePr>
        <p:xfrm>
          <a:off x="-101376" y="118294"/>
          <a:ext cx="11797513" cy="67363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311" name="Rectangle: Rounded Corners 3310">
            <a:extLst>
              <a:ext uri="{FF2B5EF4-FFF2-40B4-BE49-F238E27FC236}">
                <a16:creationId xmlns:a16="http://schemas.microsoft.com/office/drawing/2014/main" id="{F72724B2-DFFD-F464-974C-C27C0D47346F}"/>
              </a:ext>
            </a:extLst>
          </p:cNvPr>
          <p:cNvSpPr/>
          <p:nvPr/>
        </p:nvSpPr>
        <p:spPr>
          <a:xfrm>
            <a:off x="7274350" y="926968"/>
            <a:ext cx="4839092" cy="974103"/>
          </a:xfrm>
          <a:prstGeom prst="roundRect">
            <a:avLst/>
          </a:prstGeom>
          <a:solidFill>
            <a:schemeClr val="accent3">
              <a:lumMod val="20000"/>
              <a:lumOff val="80000"/>
            </a:schemeClr>
          </a:solidFill>
          <a:ln w="5715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GB" sz="3600" b="1" dirty="0"/>
              <a:t>System Architecture</a:t>
            </a:r>
          </a:p>
        </p:txBody>
      </p:sp>
      <p:sp>
        <p:nvSpPr>
          <p:cNvPr id="18" name="TextBox 17">
            <a:extLst>
              <a:ext uri="{FF2B5EF4-FFF2-40B4-BE49-F238E27FC236}">
                <a16:creationId xmlns:a16="http://schemas.microsoft.com/office/drawing/2014/main" id="{4614A791-841F-D996-9D03-42DDA1AFC5E5}"/>
              </a:ext>
            </a:extLst>
          </p:cNvPr>
          <p:cNvSpPr txBox="1"/>
          <p:nvPr/>
        </p:nvSpPr>
        <p:spPr>
          <a:xfrm>
            <a:off x="578068" y="6398172"/>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Page NO.-9</a:t>
            </a:r>
          </a:p>
        </p:txBody>
      </p:sp>
    </p:spTree>
    <p:extLst>
      <p:ext uri="{BB962C8B-B14F-4D97-AF65-F5344CB8AC3E}">
        <p14:creationId xmlns:p14="http://schemas.microsoft.com/office/powerpoint/2010/main" val="1906995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F7EBAE4-9945-4473-9E34-B2C66EA0F0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itle 1">
            <a:extLst>
              <a:ext uri="{FF2B5EF4-FFF2-40B4-BE49-F238E27FC236}">
                <a16:creationId xmlns:a16="http://schemas.microsoft.com/office/drawing/2014/main" id="{E354E2EA-F3AF-5AC0-0CCD-216A0E0A902D}"/>
              </a:ext>
            </a:extLst>
          </p:cNvPr>
          <p:cNvSpPr>
            <a:spLocks noGrp="1"/>
          </p:cNvSpPr>
          <p:nvPr>
            <p:ph type="title"/>
          </p:nvPr>
        </p:nvSpPr>
        <p:spPr>
          <a:xfrm>
            <a:off x="838200" y="372523"/>
            <a:ext cx="5393361" cy="800301"/>
          </a:xfrm>
          <a:solidFill>
            <a:schemeClr val="accent6">
              <a:lumMod val="20000"/>
              <a:lumOff val="80000"/>
            </a:schemeClr>
          </a:solidFill>
          <a:ln/>
        </p:spPr>
        <p:style>
          <a:lnRef idx="2">
            <a:schemeClr val="accent6"/>
          </a:lnRef>
          <a:fillRef idx="1">
            <a:schemeClr val="lt1"/>
          </a:fillRef>
          <a:effectRef idx="0">
            <a:schemeClr val="accent6"/>
          </a:effectRef>
          <a:fontRef idx="minor">
            <a:schemeClr val="dk1"/>
          </a:fontRef>
        </p:style>
        <p:txBody>
          <a:bodyPr>
            <a:normAutofit/>
          </a:bodyPr>
          <a:lstStyle/>
          <a:p>
            <a:r>
              <a:rPr lang="en-GB"/>
              <a:t>Expected Outcome</a:t>
            </a:r>
          </a:p>
        </p:txBody>
      </p:sp>
      <p:sp>
        <p:nvSpPr>
          <p:cNvPr id="3" name="Content Placeholder 2">
            <a:extLst>
              <a:ext uri="{FF2B5EF4-FFF2-40B4-BE49-F238E27FC236}">
                <a16:creationId xmlns:a16="http://schemas.microsoft.com/office/drawing/2014/main" id="{D6F31E18-02FF-CF22-38CF-9DA467A5B292}"/>
              </a:ext>
            </a:extLst>
          </p:cNvPr>
          <p:cNvSpPr>
            <a:spLocks noGrp="1"/>
          </p:cNvSpPr>
          <p:nvPr>
            <p:ph idx="1"/>
          </p:nvPr>
        </p:nvSpPr>
        <p:spPr>
          <a:xfrm>
            <a:off x="838200" y="1174596"/>
            <a:ext cx="7613670" cy="5652693"/>
          </a:xfrm>
          <a:ln w="57150">
            <a:solidFill>
              <a:schemeClr val="accent6"/>
            </a:solidFill>
          </a:ln>
        </p:spPr>
        <p:txBody>
          <a:bodyPr vert="horz" lIns="91440" tIns="45720" rIns="91440" bIns="45720" rtlCol="0" anchor="t">
            <a:noAutofit/>
          </a:bodyPr>
          <a:lstStyle/>
          <a:p>
            <a:pPr marL="0" indent="0">
              <a:buNone/>
            </a:pPr>
            <a:r>
              <a:rPr lang="en-IN" sz="1800" dirty="0">
                <a:highlight>
                  <a:srgbClr val="FFFFFF"/>
                </a:highlight>
                <a:latin typeface="Calibri"/>
                <a:ea typeface="Calibri"/>
                <a:cs typeface="Calibri"/>
              </a:rPr>
              <a:t>After implementation, we expect the system to:</a:t>
            </a:r>
            <a:endParaRPr lang="en-GB" sz="1800">
              <a:highlight>
                <a:srgbClr val="606060"/>
              </a:highlight>
              <a:latin typeface="Calibri"/>
              <a:ea typeface="Calibri"/>
              <a:cs typeface="Calibri"/>
            </a:endParaRPr>
          </a:p>
          <a:p>
            <a:r>
              <a:rPr lang="en-IN" sz="1800" dirty="0">
                <a:highlight>
                  <a:srgbClr val="FFFFFF"/>
                </a:highlight>
                <a:latin typeface="Calibri"/>
                <a:ea typeface="Calibri"/>
                <a:cs typeface="Calibri"/>
              </a:rPr>
              <a:t>Provide a single dashboard for academic information. </a:t>
            </a:r>
            <a:endParaRPr lang="en-GB" sz="1800">
              <a:highlight>
                <a:srgbClr val="606060"/>
              </a:highlight>
              <a:latin typeface="Calibri"/>
              <a:ea typeface="Calibri"/>
              <a:cs typeface="Calibri"/>
            </a:endParaRPr>
          </a:p>
          <a:p>
            <a:r>
              <a:rPr lang="en-IN" sz="1800" dirty="0">
                <a:highlight>
                  <a:srgbClr val="FFFFFF"/>
                </a:highlight>
                <a:latin typeface="Calibri"/>
                <a:ea typeface="Calibri"/>
                <a:cs typeface="Calibri"/>
              </a:rPr>
              <a:t>Show subject-wise performance. </a:t>
            </a:r>
            <a:endParaRPr lang="en-GB" sz="1800">
              <a:highlight>
                <a:srgbClr val="606060"/>
              </a:highlight>
              <a:latin typeface="Calibri"/>
              <a:ea typeface="Calibri"/>
              <a:cs typeface="Calibri"/>
            </a:endParaRPr>
          </a:p>
          <a:p>
            <a:r>
              <a:rPr lang="en-IN" sz="1800" dirty="0">
                <a:highlight>
                  <a:srgbClr val="FFFFFF"/>
                </a:highlight>
                <a:latin typeface="Calibri"/>
                <a:ea typeface="Calibri"/>
                <a:cs typeface="Calibri"/>
              </a:rPr>
              <a:t>Identify subjects which require more attention. </a:t>
            </a:r>
            <a:endParaRPr lang="en-GB" sz="1800">
              <a:highlight>
                <a:srgbClr val="606060"/>
              </a:highlight>
              <a:latin typeface="Calibri"/>
              <a:ea typeface="Calibri"/>
              <a:cs typeface="Calibri"/>
            </a:endParaRPr>
          </a:p>
          <a:p>
            <a:r>
              <a:rPr lang="en-IN" sz="1800" dirty="0">
                <a:highlight>
                  <a:srgbClr val="FFFFFF"/>
                </a:highlight>
                <a:latin typeface="Calibri"/>
                <a:ea typeface="Calibri"/>
                <a:cs typeface="Calibri"/>
              </a:rPr>
              <a:t>Arrange assignments according to their priority. </a:t>
            </a:r>
            <a:endParaRPr lang="en-GB" sz="1800">
              <a:highlight>
                <a:srgbClr val="606060"/>
              </a:highlight>
              <a:latin typeface="Calibri"/>
              <a:ea typeface="Calibri"/>
              <a:cs typeface="Calibri"/>
            </a:endParaRPr>
          </a:p>
          <a:p>
            <a:r>
              <a:rPr lang="en-IN" sz="1800" dirty="0">
                <a:highlight>
                  <a:srgbClr val="FFFFFF"/>
                </a:highlight>
                <a:latin typeface="Calibri"/>
                <a:ea typeface="Calibri"/>
                <a:cs typeface="Calibri"/>
              </a:rPr>
              <a:t>Maintaining pending and completed study tasks. </a:t>
            </a:r>
            <a:endParaRPr lang="en-GB" sz="1800">
              <a:highlight>
                <a:srgbClr val="606060"/>
              </a:highlight>
              <a:latin typeface="Calibri"/>
              <a:ea typeface="Calibri"/>
              <a:cs typeface="Calibri"/>
            </a:endParaRPr>
          </a:p>
          <a:p>
            <a:r>
              <a:rPr lang="en-IN" sz="1800" dirty="0">
                <a:highlight>
                  <a:srgbClr val="FFFFFF"/>
                </a:highlight>
                <a:latin typeface="Calibri"/>
                <a:ea typeface="Calibri"/>
                <a:cs typeface="Calibri"/>
              </a:rPr>
              <a:t>Display recently studied topics. </a:t>
            </a:r>
            <a:endParaRPr lang="en-GB" sz="1800">
              <a:highlight>
                <a:srgbClr val="606060"/>
              </a:highlight>
              <a:latin typeface="Calibri"/>
              <a:ea typeface="Calibri"/>
              <a:cs typeface="Calibri"/>
            </a:endParaRPr>
          </a:p>
          <a:p>
            <a:r>
              <a:rPr lang="en-IN" sz="1800" dirty="0">
                <a:highlight>
                  <a:srgbClr val="FFFFFF"/>
                </a:highlight>
                <a:latin typeface="Calibri"/>
                <a:ea typeface="Calibri"/>
                <a:cs typeface="Calibri"/>
              </a:rPr>
              <a:t>Show topic prerequisites and learning paths. </a:t>
            </a:r>
            <a:endParaRPr lang="en-GB" sz="1800">
              <a:highlight>
                <a:srgbClr val="606060"/>
              </a:highlight>
              <a:latin typeface="Calibri"/>
              <a:ea typeface="Calibri"/>
              <a:cs typeface="Calibri"/>
            </a:endParaRPr>
          </a:p>
          <a:p>
            <a:r>
              <a:rPr lang="en-IN" sz="1800" dirty="0">
                <a:highlight>
                  <a:srgbClr val="FFFFFF"/>
                </a:highlight>
                <a:latin typeface="Calibri"/>
                <a:ea typeface="Calibri"/>
                <a:cs typeface="Calibri"/>
              </a:rPr>
              <a:t>Provide simple rule-based study recommendations. </a:t>
            </a:r>
            <a:endParaRPr lang="en-GB" sz="1800">
              <a:highlight>
                <a:srgbClr val="606060"/>
              </a:highlight>
              <a:latin typeface="Calibri"/>
              <a:ea typeface="Calibri"/>
              <a:cs typeface="Calibri"/>
            </a:endParaRPr>
          </a:p>
          <a:p>
            <a:r>
              <a:rPr lang="en-IN" sz="1800" dirty="0">
                <a:highlight>
                  <a:srgbClr val="FFFFFF"/>
                </a:highlight>
                <a:latin typeface="Calibri"/>
                <a:ea typeface="Calibri"/>
                <a:cs typeface="Calibri"/>
              </a:rPr>
              <a:t>Store academic information using SQLite. </a:t>
            </a:r>
            <a:endParaRPr lang="en-GB" sz="1800">
              <a:highlight>
                <a:srgbClr val="606060"/>
              </a:highlight>
              <a:latin typeface="Calibri"/>
              <a:ea typeface="Calibri"/>
              <a:cs typeface="Calibri"/>
            </a:endParaRPr>
          </a:p>
          <a:p>
            <a:r>
              <a:rPr lang="en-IN" sz="1800" dirty="0">
                <a:highlight>
                  <a:srgbClr val="FFFFFF"/>
                </a:highlight>
                <a:latin typeface="Calibri"/>
                <a:ea typeface="Calibri"/>
                <a:cs typeface="Calibri"/>
              </a:rPr>
              <a:t>Demonstrate practical implementation of DSA in C. </a:t>
            </a:r>
            <a:endParaRPr lang="en-GB" sz="1800">
              <a:highlight>
                <a:srgbClr val="606060"/>
              </a:highlight>
              <a:latin typeface="Calibri"/>
              <a:ea typeface="Calibri"/>
              <a:cs typeface="Calibri"/>
            </a:endParaRPr>
          </a:p>
          <a:p>
            <a:pPr marL="0" indent="0">
              <a:buNone/>
            </a:pPr>
            <a:r>
              <a:rPr lang="en-IN" sz="1800" b="1" dirty="0">
                <a:highlight>
                  <a:srgbClr val="FFFFFF"/>
                </a:highlight>
                <a:latin typeface="Calibri"/>
                <a:ea typeface="Calibri"/>
                <a:cs typeface="Calibri"/>
              </a:rPr>
              <a:t>Example</a:t>
            </a:r>
            <a:endParaRPr lang="en-GB" sz="1800">
              <a:highlight>
                <a:srgbClr val="606060"/>
              </a:highlight>
              <a:latin typeface="Calibri"/>
              <a:ea typeface="Calibri"/>
              <a:cs typeface="Calibri"/>
            </a:endParaRPr>
          </a:p>
          <a:p>
            <a:pPr marL="0" indent="0">
              <a:buNone/>
            </a:pPr>
            <a:r>
              <a:rPr lang="en-IN" sz="1800" dirty="0">
                <a:highlight>
                  <a:srgbClr val="FFFFFF"/>
                </a:highlight>
                <a:latin typeface="Calibri"/>
                <a:ea typeface="Calibri"/>
                <a:cs typeface="Calibri"/>
              </a:rPr>
              <a:t>Mathematics → 55 marks → HIGH STUDY PRIORITY</a:t>
            </a:r>
            <a:endParaRPr lang="en-GB" sz="1800">
              <a:highlight>
                <a:srgbClr val="606060"/>
              </a:highlight>
              <a:latin typeface="Calibri"/>
              <a:ea typeface="Calibri"/>
              <a:cs typeface="Calibri"/>
            </a:endParaRPr>
          </a:p>
          <a:p>
            <a:pPr marL="0" indent="0">
              <a:buNone/>
            </a:pPr>
            <a:r>
              <a:rPr lang="en-IN" sz="1800" dirty="0">
                <a:highlight>
                  <a:srgbClr val="FFFFFF"/>
                </a:highlight>
                <a:latin typeface="Calibri"/>
                <a:ea typeface="Calibri"/>
                <a:cs typeface="Calibri"/>
              </a:rPr>
              <a:t>Assignment → Due Tomorrow → HIGH PRIORITY</a:t>
            </a:r>
            <a:endParaRPr lang="en-GB" sz="1800">
              <a:highlight>
                <a:srgbClr val="606060"/>
              </a:highlight>
              <a:latin typeface="Calibri"/>
              <a:ea typeface="Calibri"/>
              <a:cs typeface="Calibri"/>
            </a:endParaRPr>
          </a:p>
          <a:p>
            <a:pPr marL="0" indent="0">
              <a:buNone/>
            </a:pPr>
            <a:r>
              <a:rPr lang="en-IN" sz="1800" dirty="0">
                <a:highlight>
                  <a:srgbClr val="FFFFFF"/>
                </a:highlight>
                <a:latin typeface="Calibri"/>
                <a:ea typeface="Calibri"/>
                <a:cs typeface="Calibri"/>
              </a:rPr>
              <a:t>Prerequisite Incomplete → Study prerequisite first</a:t>
            </a:r>
          </a:p>
          <a:p>
            <a:pPr marL="0" indent="0">
              <a:buNone/>
            </a:pPr>
            <a:endParaRPr lang="en-IN" sz="1800" dirty="0">
              <a:highlight>
                <a:srgbClr val="FFFFFF"/>
              </a:highlight>
              <a:latin typeface="Calibri"/>
              <a:ea typeface="Calibri"/>
              <a:cs typeface="Calibri"/>
            </a:endParaRPr>
          </a:p>
          <a:p>
            <a:pPr marL="0" indent="0">
              <a:buNone/>
            </a:pPr>
            <a:r>
              <a:rPr lang="en-IN" sz="1400" dirty="0">
                <a:highlight>
                  <a:srgbClr val="FFFFFF"/>
                </a:highlight>
                <a:latin typeface="Calibri"/>
                <a:ea typeface="Calibri"/>
                <a:cs typeface="Calibri"/>
              </a:rPr>
              <a:t>     </a:t>
            </a:r>
            <a:endParaRPr lang="en-GB" sz="1400" dirty="0">
              <a:highlight>
                <a:srgbClr val="606060"/>
              </a:highlight>
              <a:latin typeface="Calibri"/>
              <a:ea typeface="Calibri"/>
              <a:cs typeface="Calibri"/>
            </a:endParaRPr>
          </a:p>
          <a:p>
            <a:pPr marL="0" indent="0">
              <a:buNone/>
            </a:pPr>
            <a:endParaRPr lang="en-GB" sz="1400" dirty="0"/>
          </a:p>
        </p:txBody>
      </p:sp>
      <p:pic>
        <p:nvPicPr>
          <p:cNvPr id="4" name="Picture 3">
            <a:extLst>
              <a:ext uri="{FF2B5EF4-FFF2-40B4-BE49-F238E27FC236}">
                <a16:creationId xmlns:a16="http://schemas.microsoft.com/office/drawing/2014/main" id="{2A1E28DB-4C37-A265-DF4A-FB51501C8674}"/>
              </a:ext>
            </a:extLst>
          </p:cNvPr>
          <p:cNvPicPr>
            <a:picLocks noChangeAspect="1"/>
          </p:cNvPicPr>
          <p:nvPr/>
        </p:nvPicPr>
        <p:blipFill>
          <a:blip r:embed="rId2">
            <a:extLst>
              <a:ext uri="{837473B0-CC2E-450A-ABE3-18F120FF3D39}">
                <a1611:picAttrSrcUrl xmlns:a1611="http://schemas.microsoft.com/office/drawing/2016/11/main" r:id="rId3"/>
              </a:ext>
            </a:extLst>
          </a:blip>
          <a:srcRect l="27000" r="22999" b="-1"/>
          <a:stretch>
            <a:fillRect/>
          </a:stretch>
        </p:blipFill>
        <p:spPr>
          <a:xfrm>
            <a:off x="6374920" y="758514"/>
            <a:ext cx="5122238" cy="5122238"/>
          </a:xfrm>
          <a:custGeom>
            <a:avLst/>
            <a:gdLst/>
            <a:ahLst/>
            <a:cxnLst/>
            <a:rect l="l" t="t" r="r" b="b"/>
            <a:pathLst>
              <a:path w="2663168" h="2663168">
                <a:moveTo>
                  <a:pt x="1331584" y="0"/>
                </a:moveTo>
                <a:cubicBezTo>
                  <a:pt x="2066998" y="0"/>
                  <a:pt x="2663168" y="596170"/>
                  <a:pt x="2663168" y="1331584"/>
                </a:cubicBezTo>
                <a:cubicBezTo>
                  <a:pt x="2663168" y="2066998"/>
                  <a:pt x="2066998" y="2663168"/>
                  <a:pt x="1331584" y="2663168"/>
                </a:cubicBezTo>
                <a:cubicBezTo>
                  <a:pt x="596170" y="2663168"/>
                  <a:pt x="0" y="2066998"/>
                  <a:pt x="0" y="1331584"/>
                </a:cubicBezTo>
                <a:cubicBezTo>
                  <a:pt x="0" y="596170"/>
                  <a:pt x="596170" y="0"/>
                  <a:pt x="1331584" y="0"/>
                </a:cubicBezTo>
                <a:close/>
              </a:path>
            </a:pathLst>
          </a:custGeom>
        </p:spPr>
      </p:pic>
      <p:sp>
        <p:nvSpPr>
          <p:cNvPr id="11" name="!!Arc">
            <a:extLst>
              <a:ext uri="{FF2B5EF4-FFF2-40B4-BE49-F238E27FC236}">
                <a16:creationId xmlns:a16="http://schemas.microsoft.com/office/drawing/2014/main" id="{70BEB1E7-2F88-40BC-B73D-42E5B6F80B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89197" flipV="1">
            <a:off x="6261882" y="687822"/>
            <a:ext cx="5471147" cy="5471147"/>
          </a:xfrm>
          <a:prstGeom prst="arc">
            <a:avLst>
              <a:gd name="adj1" fmla="val 16200000"/>
              <a:gd name="adj2" fmla="val 20093138"/>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3" name="!!Oval">
            <a:extLst>
              <a:ext uri="{FF2B5EF4-FFF2-40B4-BE49-F238E27FC236}">
                <a16:creationId xmlns:a16="http://schemas.microsoft.com/office/drawing/2014/main" id="{A7B99495-F43F-4D80-A44F-2CB4764EB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48561" y="921125"/>
            <a:ext cx="791021" cy="769563"/>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9C587E06-7F92-7FE2-5FC1-11D3736D321F}"/>
              </a:ext>
            </a:extLst>
          </p:cNvPr>
          <p:cNvSpPr txBox="1"/>
          <p:nvPr/>
        </p:nvSpPr>
        <p:spPr>
          <a:xfrm>
            <a:off x="10628586" y="6608379"/>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Page No.-10</a:t>
            </a:r>
          </a:p>
        </p:txBody>
      </p:sp>
    </p:spTree>
    <p:extLst>
      <p:ext uri="{BB962C8B-B14F-4D97-AF65-F5344CB8AC3E}">
        <p14:creationId xmlns:p14="http://schemas.microsoft.com/office/powerpoint/2010/main" val="39130403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DDBB197-D710-4A4F-A9CA-FD2177498B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75D1CFA-2CDB-4B64-BD9F-85744E8DA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78D22DF-305A-12F3-064A-4AC72CE546E2}"/>
              </a:ext>
            </a:extLst>
          </p:cNvPr>
          <p:cNvSpPr>
            <a:spLocks noGrp="1"/>
          </p:cNvSpPr>
          <p:nvPr>
            <p:ph type="title"/>
          </p:nvPr>
        </p:nvSpPr>
        <p:spPr>
          <a:xfrm>
            <a:off x="804672" y="802955"/>
            <a:ext cx="4977976" cy="1454051"/>
          </a:xfrm>
        </p:spPr>
        <p:txBody>
          <a:bodyPr>
            <a:normAutofit/>
          </a:bodyPr>
          <a:lstStyle/>
          <a:p>
            <a:r>
              <a:rPr lang="en-GB" sz="3600">
                <a:solidFill>
                  <a:schemeClr val="tx2"/>
                </a:solidFill>
              </a:rPr>
              <a:t>Team Member contrubution</a:t>
            </a:r>
          </a:p>
        </p:txBody>
      </p:sp>
      <p:sp>
        <p:nvSpPr>
          <p:cNvPr id="3" name="Content Placeholder 2">
            <a:extLst>
              <a:ext uri="{FF2B5EF4-FFF2-40B4-BE49-F238E27FC236}">
                <a16:creationId xmlns:a16="http://schemas.microsoft.com/office/drawing/2014/main" id="{456295D5-F251-CA2D-28E6-F315B05CB9FC}"/>
              </a:ext>
            </a:extLst>
          </p:cNvPr>
          <p:cNvSpPr>
            <a:spLocks noGrp="1"/>
          </p:cNvSpPr>
          <p:nvPr>
            <p:ph idx="1"/>
          </p:nvPr>
        </p:nvSpPr>
        <p:spPr>
          <a:xfrm>
            <a:off x="804672" y="2421682"/>
            <a:ext cx="4977578" cy="3639289"/>
          </a:xfrm>
        </p:spPr>
        <p:txBody>
          <a:bodyPr vert="horz" lIns="91440" tIns="45720" rIns="91440" bIns="45720" rtlCol="0" anchor="ctr">
            <a:normAutofit/>
          </a:bodyPr>
          <a:lstStyle/>
          <a:p>
            <a:r>
              <a:rPr lang="en-GB" sz="1800">
                <a:solidFill>
                  <a:schemeClr val="tx2"/>
                </a:solidFill>
                <a:ea typeface="+mn-lt"/>
                <a:cs typeface="+mn-lt"/>
              </a:rPr>
              <a:t>Array, Structure, Linked List, Searching, Sorting, SQlite—Nisha Rana</a:t>
            </a:r>
            <a:endParaRPr lang="en-GB" sz="1800">
              <a:solidFill>
                <a:schemeClr val="tx2"/>
              </a:solidFill>
            </a:endParaRPr>
          </a:p>
          <a:p>
            <a:r>
              <a:rPr lang="en-GB" sz="1800">
                <a:solidFill>
                  <a:schemeClr val="tx2"/>
                </a:solidFill>
                <a:ea typeface="+mn-lt"/>
                <a:cs typeface="+mn-lt"/>
              </a:rPr>
              <a:t>Queue, Priority Queue, Stack,HTML/CSS/JS- Samriddhi Gaur</a:t>
            </a:r>
            <a:endParaRPr lang="en-GB" sz="1800">
              <a:solidFill>
                <a:schemeClr val="tx2"/>
              </a:solidFill>
            </a:endParaRPr>
          </a:p>
          <a:p>
            <a:r>
              <a:rPr lang="en-GB" sz="1800">
                <a:solidFill>
                  <a:schemeClr val="tx2"/>
                </a:solidFill>
                <a:ea typeface="+mn-lt"/>
                <a:cs typeface="+mn-lt"/>
              </a:rPr>
              <a:t>Graph, BFS, DFS,Flask-Bhavya Sharma</a:t>
            </a:r>
            <a:endParaRPr lang="en-GB" sz="1800">
              <a:solidFill>
                <a:schemeClr val="tx2"/>
              </a:solidFill>
            </a:endParaRPr>
          </a:p>
          <a:p>
            <a:endParaRPr lang="en-GB" sz="1800">
              <a:solidFill>
                <a:schemeClr val="tx2"/>
              </a:solidFill>
            </a:endParaRPr>
          </a:p>
          <a:p>
            <a:endParaRPr lang="en-GB" sz="1800">
              <a:solidFill>
                <a:schemeClr val="tx2"/>
              </a:solidFill>
            </a:endParaRPr>
          </a:p>
          <a:p>
            <a:endParaRPr lang="en-GB" sz="1800">
              <a:solidFill>
                <a:schemeClr val="tx2"/>
              </a:solidFill>
            </a:endParaRPr>
          </a:p>
        </p:txBody>
      </p:sp>
      <p:grpSp>
        <p:nvGrpSpPr>
          <p:cNvPr id="14" name="Group 13">
            <a:extLst>
              <a:ext uri="{FF2B5EF4-FFF2-40B4-BE49-F238E27FC236}">
                <a16:creationId xmlns:a16="http://schemas.microsoft.com/office/drawing/2014/main" id="{25EE5136-01F1-466C-962D-BA9B4C6757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369897" y="0"/>
            <a:ext cx="5822103" cy="6685267"/>
            <a:chOff x="6357228" y="0"/>
            <a:chExt cx="5822103" cy="6685267"/>
          </a:xfrm>
        </p:grpSpPr>
        <p:sp>
          <p:nvSpPr>
            <p:cNvPr id="15" name="Freeform: Shape 14">
              <a:extLst>
                <a:ext uri="{FF2B5EF4-FFF2-40B4-BE49-F238E27FC236}">
                  <a16:creationId xmlns:a16="http://schemas.microsoft.com/office/drawing/2014/main" id="{E11D3AD4-AF9B-4EB5-8C7B-C45D173B4B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57228" y="0"/>
              <a:ext cx="5822102" cy="6685267"/>
            </a:xfrm>
            <a:custGeom>
              <a:avLst/>
              <a:gdLst>
                <a:gd name="connsiteX0" fmla="*/ 2605444 w 5822102"/>
                <a:gd name="connsiteY0" fmla="*/ 0 h 6685267"/>
                <a:gd name="connsiteX1" fmla="*/ 4757391 w 5822102"/>
                <a:gd name="connsiteY1" fmla="*/ 0 h 6685267"/>
                <a:gd name="connsiteX2" fmla="*/ 4913680 w 5822102"/>
                <a:gd name="connsiteY2" fmla="*/ 56274 h 6685267"/>
                <a:gd name="connsiteX3" fmla="*/ 5376238 w 5822102"/>
                <a:gd name="connsiteY3" fmla="*/ 282027 h 6685267"/>
                <a:gd name="connsiteX4" fmla="*/ 5658024 w 5822102"/>
                <a:gd name="connsiteY4" fmla="*/ 471014 h 6685267"/>
                <a:gd name="connsiteX5" fmla="*/ 5822102 w 5822102"/>
                <a:gd name="connsiteY5" fmla="*/ 609109 h 6685267"/>
                <a:gd name="connsiteX6" fmla="*/ 5822102 w 5822102"/>
                <a:gd name="connsiteY6" fmla="*/ 760697 h 6685267"/>
                <a:gd name="connsiteX7" fmla="*/ 5707785 w 5822102"/>
                <a:gd name="connsiteY7" fmla="*/ 666601 h 6685267"/>
                <a:gd name="connsiteX8" fmla="*/ 5577306 w 5822102"/>
                <a:gd name="connsiteY8" fmla="*/ 571666 h 6685267"/>
                <a:gd name="connsiteX9" fmla="*/ 5298630 w 5822102"/>
                <a:gd name="connsiteY9" fmla="*/ 407449 h 6685267"/>
                <a:gd name="connsiteX10" fmla="*/ 4690768 w 5822102"/>
                <a:gd name="connsiteY10" fmla="*/ 184979 h 6685267"/>
                <a:gd name="connsiteX11" fmla="*/ 4048577 w 5822102"/>
                <a:gd name="connsiteY11" fmla="*/ 99280 h 6685267"/>
                <a:gd name="connsiteX12" fmla="*/ 3405404 w 5822102"/>
                <a:gd name="connsiteY12" fmla="*/ 131937 h 6685267"/>
                <a:gd name="connsiteX13" fmla="*/ 3089702 w 5822102"/>
                <a:gd name="connsiteY13" fmla="*/ 190190 h 6685267"/>
                <a:gd name="connsiteX14" fmla="*/ 2780132 w 5822102"/>
                <a:gd name="connsiteY14" fmla="*/ 273457 h 6685267"/>
                <a:gd name="connsiteX15" fmla="*/ 2478040 w 5822102"/>
                <a:gd name="connsiteY15" fmla="*/ 379654 h 6685267"/>
                <a:gd name="connsiteX16" fmla="*/ 2184897 w 5822102"/>
                <a:gd name="connsiteY16" fmla="*/ 507972 h 6685267"/>
                <a:gd name="connsiteX17" fmla="*/ 1629141 w 5822102"/>
                <a:gd name="connsiteY17" fmla="*/ 823205 h 6685267"/>
                <a:gd name="connsiteX18" fmla="*/ 1497711 w 5822102"/>
                <a:gd name="connsiteY18" fmla="*/ 914000 h 6685267"/>
                <a:gd name="connsiteX19" fmla="*/ 1433099 w 5822102"/>
                <a:gd name="connsiteY19" fmla="*/ 960903 h 6685267"/>
                <a:gd name="connsiteX20" fmla="*/ 1369346 w 5822102"/>
                <a:gd name="connsiteY20" fmla="*/ 1008963 h 6685267"/>
                <a:gd name="connsiteX21" fmla="*/ 1123406 w 5822102"/>
                <a:gd name="connsiteY21" fmla="*/ 1212905 h 6685267"/>
                <a:gd name="connsiteX22" fmla="*/ 684367 w 5822102"/>
                <a:gd name="connsiteY22" fmla="*/ 1675564 h 6685267"/>
                <a:gd name="connsiteX23" fmla="*/ 497153 w 5822102"/>
                <a:gd name="connsiteY23" fmla="*/ 1933588 h 6685267"/>
                <a:gd name="connsiteX24" fmla="*/ 337770 w 5822102"/>
                <a:gd name="connsiteY24" fmla="*/ 2208983 h 6685267"/>
                <a:gd name="connsiteX25" fmla="*/ 302461 w 5822102"/>
                <a:gd name="connsiteY25" fmla="*/ 2280207 h 6685267"/>
                <a:gd name="connsiteX26" fmla="*/ 285296 w 5822102"/>
                <a:gd name="connsiteY26" fmla="*/ 2316107 h 6685267"/>
                <a:gd name="connsiteX27" fmla="*/ 268991 w 5822102"/>
                <a:gd name="connsiteY27" fmla="*/ 2352355 h 6685267"/>
                <a:gd name="connsiteX28" fmla="*/ 237849 w 5822102"/>
                <a:gd name="connsiteY28" fmla="*/ 2425432 h 6685267"/>
                <a:gd name="connsiteX29" fmla="*/ 208670 w 5822102"/>
                <a:gd name="connsiteY29" fmla="*/ 2499319 h 6685267"/>
                <a:gd name="connsiteX30" fmla="*/ 113775 w 5822102"/>
                <a:gd name="connsiteY30" fmla="*/ 2801929 h 6685267"/>
                <a:gd name="connsiteX31" fmla="*/ 36781 w 5822102"/>
                <a:gd name="connsiteY31" fmla="*/ 3428922 h 6685267"/>
                <a:gd name="connsiteX32" fmla="*/ 69148 w 5822102"/>
                <a:gd name="connsiteY32" fmla="*/ 3741955 h 6685267"/>
                <a:gd name="connsiteX33" fmla="*/ 167966 w 5822102"/>
                <a:gd name="connsiteY33" fmla="*/ 4041323 h 6685267"/>
                <a:gd name="connsiteX34" fmla="*/ 202049 w 5822102"/>
                <a:gd name="connsiteY34" fmla="*/ 4112894 h 6685267"/>
                <a:gd name="connsiteX35" fmla="*/ 239933 w 5822102"/>
                <a:gd name="connsiteY35" fmla="*/ 4182843 h 6685267"/>
                <a:gd name="connsiteX36" fmla="*/ 323916 w 5822102"/>
                <a:gd name="connsiteY36" fmla="*/ 4318456 h 6685267"/>
                <a:gd name="connsiteX37" fmla="*/ 416604 w 5822102"/>
                <a:gd name="connsiteY37" fmla="*/ 4449436 h 6685267"/>
                <a:gd name="connsiteX38" fmla="*/ 515911 w 5822102"/>
                <a:gd name="connsiteY38" fmla="*/ 4576711 h 6685267"/>
                <a:gd name="connsiteX39" fmla="*/ 722619 w 5822102"/>
                <a:gd name="connsiteY39" fmla="*/ 4828482 h 6685267"/>
                <a:gd name="connsiteX40" fmla="*/ 825972 w 5822102"/>
                <a:gd name="connsiteY40" fmla="*/ 4956104 h 6685267"/>
                <a:gd name="connsiteX41" fmla="*/ 926506 w 5822102"/>
                <a:gd name="connsiteY41" fmla="*/ 5085347 h 6685267"/>
                <a:gd name="connsiteX42" fmla="*/ 1027040 w 5822102"/>
                <a:gd name="connsiteY42" fmla="*/ 5210191 h 6685267"/>
                <a:gd name="connsiteX43" fmla="*/ 1132110 w 5822102"/>
                <a:gd name="connsiteY43" fmla="*/ 5330748 h 6685267"/>
                <a:gd name="connsiteX44" fmla="*/ 1354880 w 5822102"/>
                <a:gd name="connsiteY44" fmla="*/ 5558083 h 6685267"/>
                <a:gd name="connsiteX45" fmla="*/ 1855220 w 5822102"/>
                <a:gd name="connsiteY45" fmla="*/ 5937591 h 6685267"/>
                <a:gd name="connsiteX46" fmla="*/ 2131810 w 5822102"/>
                <a:gd name="connsiteY46" fmla="*/ 6080268 h 6685267"/>
                <a:gd name="connsiteX47" fmla="*/ 2423726 w 5822102"/>
                <a:gd name="connsiteY47" fmla="*/ 6188087 h 6685267"/>
                <a:gd name="connsiteX48" fmla="*/ 2727780 w 5822102"/>
                <a:gd name="connsiteY48" fmla="*/ 6262552 h 6685267"/>
                <a:gd name="connsiteX49" fmla="*/ 3041276 w 5822102"/>
                <a:gd name="connsiteY49" fmla="*/ 6304245 h 6685267"/>
                <a:gd name="connsiteX50" fmla="*/ 3360532 w 5822102"/>
                <a:gd name="connsiteY50" fmla="*/ 6317331 h 6685267"/>
                <a:gd name="connsiteX51" fmla="*/ 3439855 w 5822102"/>
                <a:gd name="connsiteY51" fmla="*/ 6316751 h 6685267"/>
                <a:gd name="connsiteX52" fmla="*/ 3478721 w 5822102"/>
                <a:gd name="connsiteY52" fmla="*/ 6315826 h 6685267"/>
                <a:gd name="connsiteX53" fmla="*/ 3517463 w 5822102"/>
                <a:gd name="connsiteY53" fmla="*/ 6313971 h 6685267"/>
                <a:gd name="connsiteX54" fmla="*/ 3671452 w 5822102"/>
                <a:gd name="connsiteY54" fmla="*/ 6301233 h 6685267"/>
                <a:gd name="connsiteX55" fmla="*/ 4265460 w 5822102"/>
                <a:gd name="connsiteY55" fmla="*/ 6149638 h 6685267"/>
                <a:gd name="connsiteX56" fmla="*/ 4546587 w 5822102"/>
                <a:gd name="connsiteY56" fmla="*/ 6018079 h 6685267"/>
                <a:gd name="connsiteX57" fmla="*/ 4818030 w 5822102"/>
                <a:gd name="connsiteY57" fmla="*/ 5858029 h 6685267"/>
                <a:gd name="connsiteX58" fmla="*/ 5081870 w 5822102"/>
                <a:gd name="connsiteY58" fmla="*/ 5676903 h 6685267"/>
                <a:gd name="connsiteX59" fmla="*/ 5212073 w 5822102"/>
                <a:gd name="connsiteY59" fmla="*/ 5581013 h 6685267"/>
                <a:gd name="connsiteX60" fmla="*/ 5343625 w 5822102"/>
                <a:gd name="connsiteY60" fmla="*/ 5481533 h 6685267"/>
                <a:gd name="connsiteX61" fmla="*/ 5610378 w 5822102"/>
                <a:gd name="connsiteY61" fmla="*/ 5284425 h 6685267"/>
                <a:gd name="connsiteX62" fmla="*/ 5822102 w 5822102"/>
                <a:gd name="connsiteY62" fmla="*/ 5126414 h 6685267"/>
                <a:gd name="connsiteX63" fmla="*/ 5822102 w 5822102"/>
                <a:gd name="connsiteY63" fmla="*/ 5556641 h 6685267"/>
                <a:gd name="connsiteX64" fmla="*/ 5576325 w 5822102"/>
                <a:gd name="connsiteY64" fmla="*/ 5749979 h 6685267"/>
                <a:gd name="connsiteX65" fmla="*/ 5447715 w 5822102"/>
                <a:gd name="connsiteY65" fmla="*/ 5852818 h 6685267"/>
                <a:gd name="connsiteX66" fmla="*/ 5315059 w 5822102"/>
                <a:gd name="connsiteY66" fmla="*/ 5956236 h 6685267"/>
                <a:gd name="connsiteX67" fmla="*/ 5038468 w 5822102"/>
                <a:gd name="connsiteY67" fmla="*/ 6155776 h 6685267"/>
                <a:gd name="connsiteX68" fmla="*/ 4741892 w 5822102"/>
                <a:gd name="connsiteY68" fmla="*/ 6338292 h 6685267"/>
                <a:gd name="connsiteX69" fmla="*/ 4420920 w 5822102"/>
                <a:gd name="connsiteY69" fmla="*/ 6492203 h 6685267"/>
                <a:gd name="connsiteX70" fmla="*/ 3717672 w 5822102"/>
                <a:gd name="connsiteY70" fmla="*/ 6670434 h 6685267"/>
                <a:gd name="connsiteX71" fmla="*/ 3535853 w 5822102"/>
                <a:gd name="connsiteY71" fmla="*/ 6683289 h 6685267"/>
                <a:gd name="connsiteX72" fmla="*/ 3490367 w 5822102"/>
                <a:gd name="connsiteY72" fmla="*/ 6684910 h 6685267"/>
                <a:gd name="connsiteX73" fmla="*/ 3445005 w 5822102"/>
                <a:gd name="connsiteY73" fmla="*/ 6685142 h 6685267"/>
                <a:gd name="connsiteX74" fmla="*/ 3355872 w 5822102"/>
                <a:gd name="connsiteY74" fmla="*/ 6684100 h 6685267"/>
                <a:gd name="connsiteX75" fmla="*/ 3179203 w 5822102"/>
                <a:gd name="connsiteY75" fmla="*/ 6677150 h 6685267"/>
                <a:gd name="connsiteX76" fmla="*/ 3002410 w 5822102"/>
                <a:gd name="connsiteY76" fmla="*/ 6661169 h 6685267"/>
                <a:gd name="connsiteX77" fmla="*/ 2650296 w 5822102"/>
                <a:gd name="connsiteY77" fmla="*/ 6604191 h 6685267"/>
                <a:gd name="connsiteX78" fmla="*/ 2306028 w 5822102"/>
                <a:gd name="connsiteY78" fmla="*/ 6505869 h 6685267"/>
                <a:gd name="connsiteX79" fmla="*/ 1978803 w 5822102"/>
                <a:gd name="connsiteY79" fmla="*/ 6363307 h 6685267"/>
                <a:gd name="connsiteX80" fmla="*/ 1678428 w 5822102"/>
                <a:gd name="connsiteY80" fmla="*/ 6177779 h 6685267"/>
                <a:gd name="connsiteX81" fmla="*/ 1175880 w 5822102"/>
                <a:gd name="connsiteY81" fmla="*/ 5710373 h 6685267"/>
                <a:gd name="connsiteX82" fmla="*/ 971502 w 5822102"/>
                <a:gd name="connsiteY82" fmla="*/ 5445399 h 6685267"/>
                <a:gd name="connsiteX83" fmla="*/ 790909 w 5822102"/>
                <a:gd name="connsiteY83" fmla="*/ 5169078 h 6685267"/>
                <a:gd name="connsiteX84" fmla="*/ 706680 w 5822102"/>
                <a:gd name="connsiteY84" fmla="*/ 5031959 h 6685267"/>
                <a:gd name="connsiteX85" fmla="*/ 619143 w 5822102"/>
                <a:gd name="connsiteY85" fmla="*/ 4897157 h 6685267"/>
                <a:gd name="connsiteX86" fmla="*/ 436465 w 5822102"/>
                <a:gd name="connsiteY86" fmla="*/ 4628710 h 6685267"/>
                <a:gd name="connsiteX87" fmla="*/ 347088 w 5822102"/>
                <a:gd name="connsiteY87" fmla="*/ 4492171 h 6685267"/>
                <a:gd name="connsiteX88" fmla="*/ 262001 w 5822102"/>
                <a:gd name="connsiteY88" fmla="*/ 4352619 h 6685267"/>
                <a:gd name="connsiteX89" fmla="*/ 118679 w 5822102"/>
                <a:gd name="connsiteY89" fmla="*/ 4059853 h 6685267"/>
                <a:gd name="connsiteX90" fmla="*/ 28322 w 5822102"/>
                <a:gd name="connsiteY90" fmla="*/ 3749136 h 6685267"/>
                <a:gd name="connsiteX91" fmla="*/ 0 w 5822102"/>
                <a:gd name="connsiteY91" fmla="*/ 3428922 h 6685267"/>
                <a:gd name="connsiteX92" fmla="*/ 253052 w 5822102"/>
                <a:gd name="connsiteY92" fmla="*/ 2174356 h 6685267"/>
                <a:gd name="connsiteX93" fmla="*/ 389141 w 5822102"/>
                <a:gd name="connsiteY93" fmla="*/ 1877652 h 6685267"/>
                <a:gd name="connsiteX94" fmla="*/ 552079 w 5822102"/>
                <a:gd name="connsiteY94" fmla="*/ 1591834 h 6685267"/>
                <a:gd name="connsiteX95" fmla="*/ 954950 w 5822102"/>
                <a:gd name="connsiteY95" fmla="*/ 1061773 h 6685267"/>
                <a:gd name="connsiteX96" fmla="*/ 1192922 w 5822102"/>
                <a:gd name="connsiteY96" fmla="*/ 822626 h 6685267"/>
                <a:gd name="connsiteX97" fmla="*/ 1255939 w 5822102"/>
                <a:gd name="connsiteY97" fmla="*/ 765880 h 6685267"/>
                <a:gd name="connsiteX98" fmla="*/ 1320183 w 5822102"/>
                <a:gd name="connsiteY98" fmla="*/ 710291 h 6685267"/>
                <a:gd name="connsiteX99" fmla="*/ 1452961 w 5822102"/>
                <a:gd name="connsiteY99" fmla="*/ 603514 h 6685267"/>
                <a:gd name="connsiteX100" fmla="*/ 2033360 w 5822102"/>
                <a:gd name="connsiteY100" fmla="*/ 235818 h 6685267"/>
                <a:gd name="connsiteX101" fmla="*/ 2512513 w 5822102"/>
                <a:gd name="connsiteY101" fmla="*/ 30012 h 66852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822102" h="6685267">
                  <a:moveTo>
                    <a:pt x="2605444" y="0"/>
                  </a:moveTo>
                  <a:lnTo>
                    <a:pt x="4757391" y="0"/>
                  </a:lnTo>
                  <a:lnTo>
                    <a:pt x="4913680" y="56274"/>
                  </a:lnTo>
                  <a:cubicBezTo>
                    <a:pt x="5074659" y="119278"/>
                    <a:pt x="5229483" y="195083"/>
                    <a:pt x="5376238" y="282027"/>
                  </a:cubicBezTo>
                  <a:cubicBezTo>
                    <a:pt x="5474014" y="340105"/>
                    <a:pt x="5568080" y="403280"/>
                    <a:pt x="5658024" y="471014"/>
                  </a:cubicBezTo>
                  <a:lnTo>
                    <a:pt x="5822102" y="609109"/>
                  </a:lnTo>
                  <a:lnTo>
                    <a:pt x="5822102" y="760697"/>
                  </a:lnTo>
                  <a:lnTo>
                    <a:pt x="5707785" y="666601"/>
                  </a:lnTo>
                  <a:cubicBezTo>
                    <a:pt x="5665273" y="633682"/>
                    <a:pt x="5621749" y="602008"/>
                    <a:pt x="5577306" y="571666"/>
                  </a:cubicBezTo>
                  <a:cubicBezTo>
                    <a:pt x="5487929" y="511562"/>
                    <a:pt x="5395118" y="456089"/>
                    <a:pt x="5298630" y="407449"/>
                  </a:cubicBezTo>
                  <a:cubicBezTo>
                    <a:pt x="5106266" y="309010"/>
                    <a:pt x="4901153" y="235355"/>
                    <a:pt x="4690768" y="184979"/>
                  </a:cubicBezTo>
                  <a:cubicBezTo>
                    <a:pt x="4480382" y="134486"/>
                    <a:pt x="4264724" y="106807"/>
                    <a:pt x="4048577" y="99280"/>
                  </a:cubicBezTo>
                  <a:cubicBezTo>
                    <a:pt x="3832182" y="90709"/>
                    <a:pt x="3617997" y="102290"/>
                    <a:pt x="3405404" y="131937"/>
                  </a:cubicBezTo>
                  <a:cubicBezTo>
                    <a:pt x="3299353" y="147340"/>
                    <a:pt x="3193915" y="166449"/>
                    <a:pt x="3089702" y="190190"/>
                  </a:cubicBezTo>
                  <a:cubicBezTo>
                    <a:pt x="2985491" y="214278"/>
                    <a:pt x="2882137" y="241725"/>
                    <a:pt x="2780132" y="273457"/>
                  </a:cubicBezTo>
                  <a:cubicBezTo>
                    <a:pt x="2678126" y="305073"/>
                    <a:pt x="2577348" y="340510"/>
                    <a:pt x="2478040" y="379654"/>
                  </a:cubicBezTo>
                  <a:cubicBezTo>
                    <a:pt x="2378854" y="418914"/>
                    <a:pt x="2281017" y="461763"/>
                    <a:pt x="2184897" y="507972"/>
                  </a:cubicBezTo>
                  <a:cubicBezTo>
                    <a:pt x="1992657" y="600271"/>
                    <a:pt x="1806791" y="705542"/>
                    <a:pt x="1629141" y="823205"/>
                  </a:cubicBezTo>
                  <a:cubicBezTo>
                    <a:pt x="1584882" y="852736"/>
                    <a:pt x="1540745" y="882731"/>
                    <a:pt x="1497711" y="914000"/>
                  </a:cubicBezTo>
                  <a:cubicBezTo>
                    <a:pt x="1475888" y="929286"/>
                    <a:pt x="1454555" y="945153"/>
                    <a:pt x="1433099" y="960903"/>
                  </a:cubicBezTo>
                  <a:cubicBezTo>
                    <a:pt x="1411521" y="976537"/>
                    <a:pt x="1390311" y="992634"/>
                    <a:pt x="1369346" y="1008963"/>
                  </a:cubicBezTo>
                  <a:cubicBezTo>
                    <a:pt x="1285119" y="1074165"/>
                    <a:pt x="1202730" y="1141797"/>
                    <a:pt x="1123406" y="1212905"/>
                  </a:cubicBezTo>
                  <a:cubicBezTo>
                    <a:pt x="964391" y="1354656"/>
                    <a:pt x="816900" y="1509261"/>
                    <a:pt x="684367" y="1675564"/>
                  </a:cubicBezTo>
                  <a:cubicBezTo>
                    <a:pt x="618161" y="1758716"/>
                    <a:pt x="555512" y="1844763"/>
                    <a:pt x="497153" y="1933588"/>
                  </a:cubicBezTo>
                  <a:cubicBezTo>
                    <a:pt x="439775" y="2022877"/>
                    <a:pt x="385584" y="2114367"/>
                    <a:pt x="337770" y="2208983"/>
                  </a:cubicBezTo>
                  <a:cubicBezTo>
                    <a:pt x="325388" y="2232493"/>
                    <a:pt x="313862" y="2256349"/>
                    <a:pt x="302461" y="2280207"/>
                  </a:cubicBezTo>
                  <a:lnTo>
                    <a:pt x="285296" y="2316107"/>
                  </a:lnTo>
                  <a:lnTo>
                    <a:pt x="268991" y="2352355"/>
                  </a:lnTo>
                  <a:cubicBezTo>
                    <a:pt x="258324" y="2376560"/>
                    <a:pt x="247535" y="2400764"/>
                    <a:pt x="237849" y="2425432"/>
                  </a:cubicBezTo>
                  <a:cubicBezTo>
                    <a:pt x="228163" y="2450099"/>
                    <a:pt x="217498" y="2474419"/>
                    <a:pt x="208670" y="2499319"/>
                  </a:cubicBezTo>
                  <a:cubicBezTo>
                    <a:pt x="170909" y="2598219"/>
                    <a:pt x="138908" y="2699206"/>
                    <a:pt x="113775" y="2801929"/>
                  </a:cubicBezTo>
                  <a:cubicBezTo>
                    <a:pt x="62773" y="3006911"/>
                    <a:pt x="36659" y="3217917"/>
                    <a:pt x="36781" y="3428922"/>
                  </a:cubicBezTo>
                  <a:cubicBezTo>
                    <a:pt x="37394" y="3534078"/>
                    <a:pt x="47816" y="3639001"/>
                    <a:pt x="69148" y="3741955"/>
                  </a:cubicBezTo>
                  <a:cubicBezTo>
                    <a:pt x="91585" y="3844679"/>
                    <a:pt x="124074" y="3945202"/>
                    <a:pt x="167966" y="4041323"/>
                  </a:cubicBezTo>
                  <a:cubicBezTo>
                    <a:pt x="178387" y="4065528"/>
                    <a:pt x="190525" y="4089153"/>
                    <a:pt x="202049" y="4112894"/>
                  </a:cubicBezTo>
                  <a:cubicBezTo>
                    <a:pt x="214555" y="4136288"/>
                    <a:pt x="226447" y="4159912"/>
                    <a:pt x="239933" y="4182843"/>
                  </a:cubicBezTo>
                  <a:cubicBezTo>
                    <a:pt x="265680" y="4229167"/>
                    <a:pt x="294368" y="4274101"/>
                    <a:pt x="323916" y="4318456"/>
                  </a:cubicBezTo>
                  <a:cubicBezTo>
                    <a:pt x="353341" y="4362927"/>
                    <a:pt x="384849" y="4406240"/>
                    <a:pt x="416604" y="4449436"/>
                  </a:cubicBezTo>
                  <a:cubicBezTo>
                    <a:pt x="448847" y="4492286"/>
                    <a:pt x="482319" y="4534557"/>
                    <a:pt x="515911" y="4576711"/>
                  </a:cubicBezTo>
                  <a:cubicBezTo>
                    <a:pt x="583219" y="4661137"/>
                    <a:pt x="653594" y="4743825"/>
                    <a:pt x="722619" y="4828482"/>
                  </a:cubicBezTo>
                  <a:cubicBezTo>
                    <a:pt x="757315" y="4870637"/>
                    <a:pt x="791889" y="4913138"/>
                    <a:pt x="825972" y="4956104"/>
                  </a:cubicBezTo>
                  <a:cubicBezTo>
                    <a:pt x="859934" y="4998722"/>
                    <a:pt x="893649" y="5044004"/>
                    <a:pt x="926506" y="5085347"/>
                  </a:cubicBezTo>
                  <a:cubicBezTo>
                    <a:pt x="959119" y="5127734"/>
                    <a:pt x="993324" y="5168847"/>
                    <a:pt x="1027040" y="5210191"/>
                  </a:cubicBezTo>
                  <a:cubicBezTo>
                    <a:pt x="1061737" y="5250840"/>
                    <a:pt x="1096188" y="5291488"/>
                    <a:pt x="1132110" y="5330748"/>
                  </a:cubicBezTo>
                  <a:cubicBezTo>
                    <a:pt x="1203465" y="5409731"/>
                    <a:pt x="1277639" y="5485818"/>
                    <a:pt x="1354880" y="5558083"/>
                  </a:cubicBezTo>
                  <a:cubicBezTo>
                    <a:pt x="1509603" y="5702266"/>
                    <a:pt x="1676588" y="5830930"/>
                    <a:pt x="1855220" y="5937591"/>
                  </a:cubicBezTo>
                  <a:cubicBezTo>
                    <a:pt x="1944720" y="5990632"/>
                    <a:pt x="2036549" y="6039272"/>
                    <a:pt x="2131810" y="6080268"/>
                  </a:cubicBezTo>
                  <a:cubicBezTo>
                    <a:pt x="2226460" y="6122423"/>
                    <a:pt x="2324173" y="6157977"/>
                    <a:pt x="2423726" y="6188087"/>
                  </a:cubicBezTo>
                  <a:cubicBezTo>
                    <a:pt x="2523280" y="6218313"/>
                    <a:pt x="2624794" y="6242749"/>
                    <a:pt x="2727780" y="6262552"/>
                  </a:cubicBezTo>
                  <a:cubicBezTo>
                    <a:pt x="2830890" y="6282008"/>
                    <a:pt x="2935714" y="6295326"/>
                    <a:pt x="3041276" y="6304245"/>
                  </a:cubicBezTo>
                  <a:cubicBezTo>
                    <a:pt x="3146836" y="6313277"/>
                    <a:pt x="3253499" y="6317215"/>
                    <a:pt x="3360532" y="6317331"/>
                  </a:cubicBezTo>
                  <a:cubicBezTo>
                    <a:pt x="3387259" y="6317331"/>
                    <a:pt x="3414354" y="6317794"/>
                    <a:pt x="3439855" y="6316751"/>
                  </a:cubicBezTo>
                  <a:lnTo>
                    <a:pt x="3478721" y="6315826"/>
                  </a:lnTo>
                  <a:lnTo>
                    <a:pt x="3517463" y="6313971"/>
                  </a:lnTo>
                  <a:cubicBezTo>
                    <a:pt x="3569078" y="6311772"/>
                    <a:pt x="3620449" y="6306907"/>
                    <a:pt x="3671452" y="6301233"/>
                  </a:cubicBezTo>
                  <a:cubicBezTo>
                    <a:pt x="3875707" y="6277608"/>
                    <a:pt x="4074445" y="6225841"/>
                    <a:pt x="4265460" y="6149638"/>
                  </a:cubicBezTo>
                  <a:cubicBezTo>
                    <a:pt x="4361212" y="6111884"/>
                    <a:pt x="4454636" y="6067065"/>
                    <a:pt x="4546587" y="6018079"/>
                  </a:cubicBezTo>
                  <a:cubicBezTo>
                    <a:pt x="4638662" y="5969322"/>
                    <a:pt x="4729020" y="5915240"/>
                    <a:pt x="4818030" y="5858029"/>
                  </a:cubicBezTo>
                  <a:cubicBezTo>
                    <a:pt x="4907038" y="5800703"/>
                    <a:pt x="4994577" y="5739672"/>
                    <a:pt x="5081870" y="5676903"/>
                  </a:cubicBezTo>
                  <a:cubicBezTo>
                    <a:pt x="5125392" y="5645519"/>
                    <a:pt x="5168794" y="5613324"/>
                    <a:pt x="5212073" y="5581013"/>
                  </a:cubicBezTo>
                  <a:lnTo>
                    <a:pt x="5343625" y="5481533"/>
                  </a:lnTo>
                  <a:cubicBezTo>
                    <a:pt x="5432696" y="5414768"/>
                    <a:pt x="5521951" y="5349452"/>
                    <a:pt x="5610378" y="5284425"/>
                  </a:cubicBezTo>
                  <a:lnTo>
                    <a:pt x="5822102" y="5126414"/>
                  </a:lnTo>
                  <a:lnTo>
                    <a:pt x="5822102" y="5556641"/>
                  </a:lnTo>
                  <a:lnTo>
                    <a:pt x="5576325" y="5749979"/>
                  </a:lnTo>
                  <a:lnTo>
                    <a:pt x="5447715" y="5852818"/>
                  </a:lnTo>
                  <a:cubicBezTo>
                    <a:pt x="5403945" y="5887445"/>
                    <a:pt x="5359932" y="5922073"/>
                    <a:pt x="5315059" y="5956236"/>
                  </a:cubicBezTo>
                  <a:cubicBezTo>
                    <a:pt x="5225682" y="6024680"/>
                    <a:pt x="5133976" y="6091734"/>
                    <a:pt x="5038468" y="6155776"/>
                  </a:cubicBezTo>
                  <a:cubicBezTo>
                    <a:pt x="4943084" y="6219703"/>
                    <a:pt x="4845002" y="6281777"/>
                    <a:pt x="4741892" y="6338292"/>
                  </a:cubicBezTo>
                  <a:cubicBezTo>
                    <a:pt x="4638784" y="6394692"/>
                    <a:pt x="4532120" y="6447038"/>
                    <a:pt x="4420920" y="6492203"/>
                  </a:cubicBezTo>
                  <a:cubicBezTo>
                    <a:pt x="4199255" y="6583693"/>
                    <a:pt x="3959813" y="6644840"/>
                    <a:pt x="3717672" y="6670434"/>
                  </a:cubicBezTo>
                  <a:cubicBezTo>
                    <a:pt x="3657106" y="6676456"/>
                    <a:pt x="3596419" y="6681321"/>
                    <a:pt x="3535853" y="6683289"/>
                  </a:cubicBezTo>
                  <a:lnTo>
                    <a:pt x="3490367" y="6684910"/>
                  </a:lnTo>
                  <a:lnTo>
                    <a:pt x="3445005" y="6685142"/>
                  </a:lnTo>
                  <a:cubicBezTo>
                    <a:pt x="3414354" y="6685605"/>
                    <a:pt x="3385297" y="6684679"/>
                    <a:pt x="3355872" y="6684100"/>
                  </a:cubicBezTo>
                  <a:cubicBezTo>
                    <a:pt x="3297146" y="6683405"/>
                    <a:pt x="3238052" y="6680047"/>
                    <a:pt x="3179203" y="6677150"/>
                  </a:cubicBezTo>
                  <a:cubicBezTo>
                    <a:pt x="3120232" y="6672519"/>
                    <a:pt x="3061259" y="6668233"/>
                    <a:pt x="3002410" y="6661169"/>
                  </a:cubicBezTo>
                  <a:cubicBezTo>
                    <a:pt x="2884589" y="6647851"/>
                    <a:pt x="2766891" y="6629669"/>
                    <a:pt x="2650296" y="6604191"/>
                  </a:cubicBezTo>
                  <a:cubicBezTo>
                    <a:pt x="2533702" y="6578713"/>
                    <a:pt x="2418456" y="6545938"/>
                    <a:pt x="2306028" y="6505869"/>
                  </a:cubicBezTo>
                  <a:cubicBezTo>
                    <a:pt x="2193602" y="6465683"/>
                    <a:pt x="2084118" y="6417738"/>
                    <a:pt x="1978803" y="6363307"/>
                  </a:cubicBezTo>
                  <a:cubicBezTo>
                    <a:pt x="1873855" y="6308066"/>
                    <a:pt x="1773077" y="6246340"/>
                    <a:pt x="1678428" y="6177779"/>
                  </a:cubicBezTo>
                  <a:cubicBezTo>
                    <a:pt x="1488393" y="6041356"/>
                    <a:pt x="1321900" y="5881423"/>
                    <a:pt x="1175880" y="5710373"/>
                  </a:cubicBezTo>
                  <a:cubicBezTo>
                    <a:pt x="1103177" y="5624441"/>
                    <a:pt x="1035501" y="5535732"/>
                    <a:pt x="971502" y="5445399"/>
                  </a:cubicBezTo>
                  <a:cubicBezTo>
                    <a:pt x="907380" y="5355069"/>
                    <a:pt x="847550" y="5262768"/>
                    <a:pt x="790909" y="5169078"/>
                  </a:cubicBezTo>
                  <a:cubicBezTo>
                    <a:pt x="761974" y="5121712"/>
                    <a:pt x="735492" y="5077357"/>
                    <a:pt x="706680" y="5031959"/>
                  </a:cubicBezTo>
                  <a:cubicBezTo>
                    <a:pt x="678114" y="4986910"/>
                    <a:pt x="649058" y="4941860"/>
                    <a:pt x="619143" y="4897157"/>
                  </a:cubicBezTo>
                  <a:lnTo>
                    <a:pt x="436465" y="4628710"/>
                  </a:lnTo>
                  <a:cubicBezTo>
                    <a:pt x="406182" y="4583544"/>
                    <a:pt x="376267" y="4538147"/>
                    <a:pt x="347088" y="4492171"/>
                  </a:cubicBezTo>
                  <a:cubicBezTo>
                    <a:pt x="317908" y="4446194"/>
                    <a:pt x="288974" y="4400102"/>
                    <a:pt x="262001" y="4352619"/>
                  </a:cubicBezTo>
                  <a:cubicBezTo>
                    <a:pt x="207934" y="4258119"/>
                    <a:pt x="158280" y="4160840"/>
                    <a:pt x="118679" y="4059853"/>
                  </a:cubicBezTo>
                  <a:cubicBezTo>
                    <a:pt x="78343" y="3959214"/>
                    <a:pt x="48429" y="3854870"/>
                    <a:pt x="28322" y="3749136"/>
                  </a:cubicBezTo>
                  <a:cubicBezTo>
                    <a:pt x="9073" y="3643402"/>
                    <a:pt x="0" y="3536046"/>
                    <a:pt x="0" y="3428922"/>
                  </a:cubicBezTo>
                  <a:cubicBezTo>
                    <a:pt x="1594" y="3001816"/>
                    <a:pt x="89010" y="2575868"/>
                    <a:pt x="253052" y="2174356"/>
                  </a:cubicBezTo>
                  <a:cubicBezTo>
                    <a:pt x="294246" y="2074066"/>
                    <a:pt x="338873" y="1974700"/>
                    <a:pt x="389141" y="1877652"/>
                  </a:cubicBezTo>
                  <a:cubicBezTo>
                    <a:pt x="438672" y="1780256"/>
                    <a:pt x="493230" y="1684945"/>
                    <a:pt x="552079" y="1591834"/>
                  </a:cubicBezTo>
                  <a:cubicBezTo>
                    <a:pt x="669900" y="1405728"/>
                    <a:pt x="804394" y="1227729"/>
                    <a:pt x="954950" y="1061773"/>
                  </a:cubicBezTo>
                  <a:cubicBezTo>
                    <a:pt x="1030597" y="979085"/>
                    <a:pt x="1109552" y="898829"/>
                    <a:pt x="1192922" y="822626"/>
                  </a:cubicBezTo>
                  <a:cubicBezTo>
                    <a:pt x="1213642" y="803402"/>
                    <a:pt x="1234483" y="784409"/>
                    <a:pt x="1255939" y="765880"/>
                  </a:cubicBezTo>
                  <a:cubicBezTo>
                    <a:pt x="1277273" y="747234"/>
                    <a:pt x="1298237" y="728241"/>
                    <a:pt x="1320183" y="710291"/>
                  </a:cubicBezTo>
                  <a:cubicBezTo>
                    <a:pt x="1363585" y="673811"/>
                    <a:pt x="1408088" y="638489"/>
                    <a:pt x="1452961" y="603514"/>
                  </a:cubicBezTo>
                  <a:cubicBezTo>
                    <a:pt x="1633310" y="464543"/>
                    <a:pt x="1828125" y="341437"/>
                    <a:pt x="2033360" y="235818"/>
                  </a:cubicBezTo>
                  <a:cubicBezTo>
                    <a:pt x="2187242" y="156561"/>
                    <a:pt x="2347554" y="87597"/>
                    <a:pt x="2512513" y="3001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15102EBE-A80F-4CFF-B1DD-941EF9728B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04998" y="98659"/>
              <a:ext cx="5774333" cy="6315453"/>
            </a:xfrm>
            <a:custGeom>
              <a:avLst/>
              <a:gdLst>
                <a:gd name="connsiteX0" fmla="*/ 3707237 w 5774333"/>
                <a:gd name="connsiteY0" fmla="*/ 1489 h 6315453"/>
                <a:gd name="connsiteX1" fmla="*/ 4037665 w 5774333"/>
                <a:gd name="connsiteY1" fmla="*/ 6121 h 6315453"/>
                <a:gd name="connsiteX2" fmla="*/ 4692239 w 5774333"/>
                <a:gd name="connsiteY2" fmla="*/ 102128 h 6315453"/>
                <a:gd name="connsiteX3" fmla="*/ 5315059 w 5774333"/>
                <a:gd name="connsiteY3" fmla="*/ 324945 h 6315453"/>
                <a:gd name="connsiteX4" fmla="*/ 5738325 w 5774333"/>
                <a:gd name="connsiteY4" fmla="*/ 578286 h 6315453"/>
                <a:gd name="connsiteX5" fmla="*/ 5774333 w 5774333"/>
                <a:gd name="connsiteY5" fmla="*/ 606551 h 6315453"/>
                <a:gd name="connsiteX6" fmla="*/ 5774333 w 5774333"/>
                <a:gd name="connsiteY6" fmla="*/ 975490 h 6315453"/>
                <a:gd name="connsiteX7" fmla="*/ 5676001 w 5774333"/>
                <a:gd name="connsiteY7" fmla="*/ 889749 h 6315453"/>
                <a:gd name="connsiteX8" fmla="*/ 5177132 w 5774333"/>
                <a:gd name="connsiteY8" fmla="*/ 581926 h 6315453"/>
                <a:gd name="connsiteX9" fmla="*/ 4615735 w 5774333"/>
                <a:gd name="connsiteY9" fmla="*/ 388640 h 6315453"/>
                <a:gd name="connsiteX10" fmla="*/ 4020010 w 5774333"/>
                <a:gd name="connsiteY10" fmla="*/ 308500 h 6315453"/>
                <a:gd name="connsiteX11" fmla="*/ 3416315 w 5774333"/>
                <a:gd name="connsiteY11" fmla="*/ 328882 h 6315453"/>
                <a:gd name="connsiteX12" fmla="*/ 2823779 w 5774333"/>
                <a:gd name="connsiteY12" fmla="*/ 446545 h 6315453"/>
                <a:gd name="connsiteX13" fmla="*/ 2256987 w 5774333"/>
                <a:gd name="connsiteY13" fmla="*/ 651296 h 6315453"/>
                <a:gd name="connsiteX14" fmla="*/ 1244169 w 5774333"/>
                <a:gd name="connsiteY14" fmla="*/ 1280374 h 6315453"/>
                <a:gd name="connsiteX15" fmla="*/ 830141 w 5774333"/>
                <a:gd name="connsiteY15" fmla="*/ 1700184 h 6315453"/>
                <a:gd name="connsiteX16" fmla="*/ 502792 w 5774333"/>
                <a:gd name="connsiteY16" fmla="*/ 2182300 h 6315453"/>
                <a:gd name="connsiteX17" fmla="*/ 280637 w 5774333"/>
                <a:gd name="connsiteY17" fmla="*/ 2715256 h 6315453"/>
                <a:gd name="connsiteX18" fmla="*/ 199843 w 5774333"/>
                <a:gd name="connsiteY18" fmla="*/ 3283418 h 6315453"/>
                <a:gd name="connsiteX19" fmla="*/ 233926 w 5774333"/>
                <a:gd name="connsiteY19" fmla="*/ 3561593 h 6315453"/>
                <a:gd name="connsiteX20" fmla="*/ 334582 w 5774333"/>
                <a:gd name="connsiteY20" fmla="*/ 3821816 h 6315453"/>
                <a:gd name="connsiteX21" fmla="*/ 404834 w 5774333"/>
                <a:gd name="connsiteY21" fmla="*/ 3944343 h 6315453"/>
                <a:gd name="connsiteX22" fmla="*/ 485506 w 5774333"/>
                <a:gd name="connsiteY22" fmla="*/ 4062932 h 6315453"/>
                <a:gd name="connsiteX23" fmla="*/ 671861 w 5774333"/>
                <a:gd name="connsiteY23" fmla="*/ 4292120 h 6315453"/>
                <a:gd name="connsiteX24" fmla="*/ 873542 w 5774333"/>
                <a:gd name="connsiteY24" fmla="*/ 4523044 h 6315453"/>
                <a:gd name="connsiteX25" fmla="*/ 973831 w 5774333"/>
                <a:gd name="connsiteY25" fmla="*/ 4643601 h 6315453"/>
                <a:gd name="connsiteX26" fmla="*/ 1022014 w 5774333"/>
                <a:gd name="connsiteY26" fmla="*/ 4702780 h 6315453"/>
                <a:gd name="connsiteX27" fmla="*/ 1069215 w 5774333"/>
                <a:gd name="connsiteY27" fmla="*/ 4759411 h 6315453"/>
                <a:gd name="connsiteX28" fmla="*/ 1474784 w 5774333"/>
                <a:gd name="connsiteY28" fmla="*/ 5177948 h 6315453"/>
                <a:gd name="connsiteX29" fmla="*/ 1690442 w 5774333"/>
                <a:gd name="connsiteY29" fmla="*/ 5366255 h 6315453"/>
                <a:gd name="connsiteX30" fmla="*/ 1916276 w 5774333"/>
                <a:gd name="connsiteY30" fmla="*/ 5539852 h 6315453"/>
                <a:gd name="connsiteX31" fmla="*/ 2420784 w 5774333"/>
                <a:gd name="connsiteY31" fmla="*/ 5814437 h 6315453"/>
                <a:gd name="connsiteX32" fmla="*/ 2703015 w 5774333"/>
                <a:gd name="connsiteY32" fmla="*/ 5892029 h 6315453"/>
                <a:gd name="connsiteX33" fmla="*/ 2775350 w 5774333"/>
                <a:gd name="connsiteY33" fmla="*/ 5905695 h 6315453"/>
                <a:gd name="connsiteX34" fmla="*/ 2848299 w 5774333"/>
                <a:gd name="connsiteY34" fmla="*/ 5917161 h 6315453"/>
                <a:gd name="connsiteX35" fmla="*/ 2995544 w 5774333"/>
                <a:gd name="connsiteY35" fmla="*/ 5933605 h 6315453"/>
                <a:gd name="connsiteX36" fmla="*/ 3069596 w 5774333"/>
                <a:gd name="connsiteY36" fmla="*/ 5938933 h 6315453"/>
                <a:gd name="connsiteX37" fmla="*/ 3143894 w 5774333"/>
                <a:gd name="connsiteY37" fmla="*/ 5942639 h 6315453"/>
                <a:gd name="connsiteX38" fmla="*/ 3218436 w 5774333"/>
                <a:gd name="connsiteY38" fmla="*/ 5944260 h 6315453"/>
                <a:gd name="connsiteX39" fmla="*/ 3293101 w 5774333"/>
                <a:gd name="connsiteY39" fmla="*/ 5943913 h 6315453"/>
                <a:gd name="connsiteX40" fmla="*/ 3330494 w 5774333"/>
                <a:gd name="connsiteY40" fmla="*/ 5943565 h 6315453"/>
                <a:gd name="connsiteX41" fmla="*/ 3366540 w 5774333"/>
                <a:gd name="connsiteY41" fmla="*/ 5942059 h 6315453"/>
                <a:gd name="connsiteX42" fmla="*/ 3402462 w 5774333"/>
                <a:gd name="connsiteY42" fmla="*/ 5940323 h 6315453"/>
                <a:gd name="connsiteX43" fmla="*/ 3438262 w 5774333"/>
                <a:gd name="connsiteY43" fmla="*/ 5937543 h 6315453"/>
                <a:gd name="connsiteX44" fmla="*/ 3580236 w 5774333"/>
                <a:gd name="connsiteY44" fmla="*/ 5920982 h 6315453"/>
                <a:gd name="connsiteX45" fmla="*/ 4121034 w 5774333"/>
                <a:gd name="connsiteY45" fmla="*/ 5753290 h 6315453"/>
                <a:gd name="connsiteX46" fmla="*/ 4620639 w 5774333"/>
                <a:gd name="connsiteY46" fmla="*/ 5459364 h 6315453"/>
                <a:gd name="connsiteX47" fmla="*/ 4741771 w 5774333"/>
                <a:gd name="connsiteY47" fmla="*/ 5372971 h 6315453"/>
                <a:gd name="connsiteX48" fmla="*/ 4862901 w 5774333"/>
                <a:gd name="connsiteY48" fmla="*/ 5283682 h 6315453"/>
                <a:gd name="connsiteX49" fmla="*/ 5108229 w 5774333"/>
                <a:gd name="connsiteY49" fmla="*/ 5098386 h 6315453"/>
                <a:gd name="connsiteX50" fmla="*/ 5612493 w 5774333"/>
                <a:gd name="connsiteY50" fmla="*/ 4739724 h 6315453"/>
                <a:gd name="connsiteX51" fmla="*/ 5774333 w 5774333"/>
                <a:gd name="connsiteY51" fmla="*/ 4623488 h 6315453"/>
                <a:gd name="connsiteX52" fmla="*/ 5774333 w 5774333"/>
                <a:gd name="connsiteY52" fmla="*/ 5232926 h 6315453"/>
                <a:gd name="connsiteX53" fmla="*/ 5676492 w 5774333"/>
                <a:gd name="connsiteY53" fmla="*/ 5306859 h 6315453"/>
                <a:gd name="connsiteX54" fmla="*/ 5426260 w 5774333"/>
                <a:gd name="connsiteY54" fmla="*/ 5486233 h 6315453"/>
                <a:gd name="connsiteX55" fmla="*/ 5300225 w 5774333"/>
                <a:gd name="connsiteY55" fmla="*/ 5576217 h 6315453"/>
                <a:gd name="connsiteX56" fmla="*/ 5170757 w 5774333"/>
                <a:gd name="connsiteY56" fmla="*/ 5666780 h 6315453"/>
                <a:gd name="connsiteX57" fmla="*/ 5038100 w 5774333"/>
                <a:gd name="connsiteY57" fmla="*/ 5756185 h 6315453"/>
                <a:gd name="connsiteX58" fmla="*/ 4901276 w 5774333"/>
                <a:gd name="connsiteY58" fmla="*/ 5843043 h 6315453"/>
                <a:gd name="connsiteX59" fmla="*/ 4614019 w 5774333"/>
                <a:gd name="connsiteY59" fmla="*/ 6006103 h 6315453"/>
                <a:gd name="connsiteX60" fmla="*/ 4305061 w 5774333"/>
                <a:gd name="connsiteY60" fmla="*/ 6144726 h 6315453"/>
                <a:gd name="connsiteX61" fmla="*/ 3632710 w 5774333"/>
                <a:gd name="connsiteY61" fmla="*/ 6304196 h 6315453"/>
                <a:gd name="connsiteX62" fmla="*/ 3459594 w 5774333"/>
                <a:gd name="connsiteY62" fmla="*/ 6314504 h 6315453"/>
                <a:gd name="connsiteX63" fmla="*/ 3416315 w 5774333"/>
                <a:gd name="connsiteY63" fmla="*/ 6315429 h 6315453"/>
                <a:gd name="connsiteX64" fmla="*/ 3373159 w 5774333"/>
                <a:gd name="connsiteY64" fmla="*/ 6315198 h 6315453"/>
                <a:gd name="connsiteX65" fmla="*/ 3330127 w 5774333"/>
                <a:gd name="connsiteY65" fmla="*/ 6314735 h 6315453"/>
                <a:gd name="connsiteX66" fmla="*/ 3288320 w 5774333"/>
                <a:gd name="connsiteY66" fmla="*/ 6313230 h 6315453"/>
                <a:gd name="connsiteX67" fmla="*/ 2954350 w 5774333"/>
                <a:gd name="connsiteY67" fmla="*/ 6288098 h 6315453"/>
                <a:gd name="connsiteX68" fmla="*/ 2622466 w 5774333"/>
                <a:gd name="connsiteY68" fmla="*/ 6232742 h 6315453"/>
                <a:gd name="connsiteX69" fmla="*/ 2296466 w 5774333"/>
                <a:gd name="connsiteY69" fmla="*/ 6146001 h 6315453"/>
                <a:gd name="connsiteX70" fmla="*/ 1672419 w 5774333"/>
                <a:gd name="connsiteY70" fmla="*/ 5885197 h 6315453"/>
                <a:gd name="connsiteX71" fmla="*/ 1146578 w 5774333"/>
                <a:gd name="connsiteY71" fmla="*/ 5479168 h 6315453"/>
                <a:gd name="connsiteX72" fmla="*/ 933372 w 5774333"/>
                <a:gd name="connsiteY72" fmla="*/ 5234810 h 6315453"/>
                <a:gd name="connsiteX73" fmla="*/ 747140 w 5774333"/>
                <a:gd name="connsiteY73" fmla="*/ 4976091 h 6315453"/>
                <a:gd name="connsiteX74" fmla="*/ 703616 w 5774333"/>
                <a:gd name="connsiteY74" fmla="*/ 4910196 h 6315453"/>
                <a:gd name="connsiteX75" fmla="*/ 662053 w 5774333"/>
                <a:gd name="connsiteY75" fmla="*/ 4846269 h 6315453"/>
                <a:gd name="connsiteX76" fmla="*/ 580033 w 5774333"/>
                <a:gd name="connsiteY76" fmla="*/ 4722352 h 6315453"/>
                <a:gd name="connsiteX77" fmla="*/ 410105 w 5774333"/>
                <a:gd name="connsiteY77" fmla="*/ 4469193 h 6315453"/>
                <a:gd name="connsiteX78" fmla="*/ 244224 w 5774333"/>
                <a:gd name="connsiteY78" fmla="*/ 4201556 h 6315453"/>
                <a:gd name="connsiteX79" fmla="*/ 169437 w 5774333"/>
                <a:gd name="connsiteY79" fmla="*/ 4059690 h 6315453"/>
                <a:gd name="connsiteX80" fmla="*/ 105929 w 5774333"/>
                <a:gd name="connsiteY80" fmla="*/ 3911221 h 6315453"/>
                <a:gd name="connsiteX81" fmla="*/ 57256 w 5774333"/>
                <a:gd name="connsiteY81" fmla="*/ 3757195 h 6315453"/>
                <a:gd name="connsiteX82" fmla="*/ 39111 w 5774333"/>
                <a:gd name="connsiteY82" fmla="*/ 3678677 h 6315453"/>
                <a:gd name="connsiteX83" fmla="*/ 31142 w 5774333"/>
                <a:gd name="connsiteY83" fmla="*/ 3639300 h 6315453"/>
                <a:gd name="connsiteX84" fmla="*/ 24521 w 5774333"/>
                <a:gd name="connsiteY84" fmla="*/ 3599809 h 6315453"/>
                <a:gd name="connsiteX85" fmla="*/ 0 w 5774333"/>
                <a:gd name="connsiteY85" fmla="*/ 3283418 h 6315453"/>
                <a:gd name="connsiteX86" fmla="*/ 68045 w 5774333"/>
                <a:gd name="connsiteY86" fmla="*/ 2666963 h 6315453"/>
                <a:gd name="connsiteX87" fmla="*/ 272546 w 5774333"/>
                <a:gd name="connsiteY87" fmla="*/ 2076334 h 6315453"/>
                <a:gd name="connsiteX88" fmla="*/ 1039300 w 5774333"/>
                <a:gd name="connsiteY88" fmla="*/ 1073307 h 6315453"/>
                <a:gd name="connsiteX89" fmla="*/ 1547733 w 5774333"/>
                <a:gd name="connsiteY89" fmla="*/ 680365 h 6315453"/>
                <a:gd name="connsiteX90" fmla="*/ 2115995 w 5774333"/>
                <a:gd name="connsiteY90" fmla="*/ 368373 h 6315453"/>
                <a:gd name="connsiteX91" fmla="*/ 3377451 w 5774333"/>
                <a:gd name="connsiteY91" fmla="*/ 24304 h 6315453"/>
                <a:gd name="connsiteX92" fmla="*/ 3707237 w 5774333"/>
                <a:gd name="connsiteY92" fmla="*/ 1489 h 6315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5774333" h="6315453">
                  <a:moveTo>
                    <a:pt x="3707237" y="1489"/>
                  </a:moveTo>
                  <a:cubicBezTo>
                    <a:pt x="3817502" y="-1522"/>
                    <a:pt x="3927875" y="41"/>
                    <a:pt x="4037665" y="6121"/>
                  </a:cubicBezTo>
                  <a:cubicBezTo>
                    <a:pt x="4257614" y="18745"/>
                    <a:pt x="4477439" y="49665"/>
                    <a:pt x="4692239" y="102128"/>
                  </a:cubicBezTo>
                  <a:cubicBezTo>
                    <a:pt x="4907039" y="154474"/>
                    <a:pt x="5116811" y="228592"/>
                    <a:pt x="5315059" y="324945"/>
                  </a:cubicBezTo>
                  <a:cubicBezTo>
                    <a:pt x="5463562" y="397211"/>
                    <a:pt x="5606133" y="481527"/>
                    <a:pt x="5738325" y="578286"/>
                  </a:cubicBezTo>
                  <a:lnTo>
                    <a:pt x="5774333" y="606551"/>
                  </a:lnTo>
                  <a:lnTo>
                    <a:pt x="5774333" y="975490"/>
                  </a:lnTo>
                  <a:lnTo>
                    <a:pt x="5676001" y="889749"/>
                  </a:lnTo>
                  <a:cubicBezTo>
                    <a:pt x="5522381" y="769886"/>
                    <a:pt x="5355519" y="665657"/>
                    <a:pt x="5177132" y="581926"/>
                  </a:cubicBezTo>
                  <a:cubicBezTo>
                    <a:pt x="4998867" y="497965"/>
                    <a:pt x="4810183" y="433574"/>
                    <a:pt x="4615735" y="388640"/>
                  </a:cubicBezTo>
                  <a:cubicBezTo>
                    <a:pt x="4421289" y="343591"/>
                    <a:pt x="4221446" y="317649"/>
                    <a:pt x="4020010" y="308500"/>
                  </a:cubicBezTo>
                  <a:cubicBezTo>
                    <a:pt x="3818207" y="298887"/>
                    <a:pt x="3616649" y="305257"/>
                    <a:pt x="3416315" y="328882"/>
                  </a:cubicBezTo>
                  <a:cubicBezTo>
                    <a:pt x="3216106" y="352623"/>
                    <a:pt x="3017736" y="392346"/>
                    <a:pt x="2823779" y="446545"/>
                  </a:cubicBezTo>
                  <a:cubicBezTo>
                    <a:pt x="2629699" y="500513"/>
                    <a:pt x="2440401" y="570345"/>
                    <a:pt x="2256987" y="651296"/>
                  </a:cubicBezTo>
                  <a:cubicBezTo>
                    <a:pt x="1889058" y="811461"/>
                    <a:pt x="1545527" y="1023856"/>
                    <a:pt x="1244169" y="1280374"/>
                  </a:cubicBezTo>
                  <a:cubicBezTo>
                    <a:pt x="1093982" y="1409039"/>
                    <a:pt x="954828" y="1549400"/>
                    <a:pt x="830141" y="1700184"/>
                  </a:cubicBezTo>
                  <a:cubicBezTo>
                    <a:pt x="705209" y="1850736"/>
                    <a:pt x="594989" y="2012176"/>
                    <a:pt x="502792" y="2182300"/>
                  </a:cubicBezTo>
                  <a:cubicBezTo>
                    <a:pt x="410595" y="2352308"/>
                    <a:pt x="333847" y="2530307"/>
                    <a:pt x="280637" y="2715256"/>
                  </a:cubicBezTo>
                  <a:cubicBezTo>
                    <a:pt x="227306" y="2899741"/>
                    <a:pt x="199719" y="3091521"/>
                    <a:pt x="199843" y="3283418"/>
                  </a:cubicBezTo>
                  <a:cubicBezTo>
                    <a:pt x="200946" y="3377687"/>
                    <a:pt x="210754" y="3471261"/>
                    <a:pt x="233926" y="3561593"/>
                  </a:cubicBezTo>
                  <a:cubicBezTo>
                    <a:pt x="256730" y="3652040"/>
                    <a:pt x="292162" y="3738550"/>
                    <a:pt x="334582" y="3821816"/>
                  </a:cubicBezTo>
                  <a:cubicBezTo>
                    <a:pt x="356038" y="3863392"/>
                    <a:pt x="379823" y="3904157"/>
                    <a:pt x="404834" y="3944343"/>
                  </a:cubicBezTo>
                  <a:cubicBezTo>
                    <a:pt x="430212" y="3984413"/>
                    <a:pt x="457308" y="4023905"/>
                    <a:pt x="485506" y="4062932"/>
                  </a:cubicBezTo>
                  <a:cubicBezTo>
                    <a:pt x="542639" y="4140757"/>
                    <a:pt x="606146" y="4216265"/>
                    <a:pt x="671861" y="4292120"/>
                  </a:cubicBezTo>
                  <a:cubicBezTo>
                    <a:pt x="737576" y="4368091"/>
                    <a:pt x="806234" y="4444062"/>
                    <a:pt x="873542" y="4523044"/>
                  </a:cubicBezTo>
                  <a:cubicBezTo>
                    <a:pt x="907258" y="4562419"/>
                    <a:pt x="940606" y="4602721"/>
                    <a:pt x="973831" y="4643601"/>
                  </a:cubicBezTo>
                  <a:lnTo>
                    <a:pt x="1022014" y="4702780"/>
                  </a:lnTo>
                  <a:cubicBezTo>
                    <a:pt x="1037829" y="4721658"/>
                    <a:pt x="1052910" y="4740998"/>
                    <a:pt x="1069215" y="4759411"/>
                  </a:cubicBezTo>
                  <a:cubicBezTo>
                    <a:pt x="1196477" y="4909269"/>
                    <a:pt x="1334527" y="5047199"/>
                    <a:pt x="1474784" y="5177948"/>
                  </a:cubicBezTo>
                  <a:cubicBezTo>
                    <a:pt x="1545281" y="5243033"/>
                    <a:pt x="1617003" y="5305917"/>
                    <a:pt x="1690442" y="5366255"/>
                  </a:cubicBezTo>
                  <a:cubicBezTo>
                    <a:pt x="1763881" y="5426591"/>
                    <a:pt x="1838668" y="5484959"/>
                    <a:pt x="1916276" y="5539852"/>
                  </a:cubicBezTo>
                  <a:cubicBezTo>
                    <a:pt x="2070877" y="5649872"/>
                    <a:pt x="2237617" y="5748194"/>
                    <a:pt x="2420784" y="5814437"/>
                  </a:cubicBezTo>
                  <a:cubicBezTo>
                    <a:pt x="2512124" y="5847559"/>
                    <a:pt x="2606773" y="5872921"/>
                    <a:pt x="2703015" y="5892029"/>
                  </a:cubicBezTo>
                  <a:cubicBezTo>
                    <a:pt x="2727168" y="5896546"/>
                    <a:pt x="2751075" y="5901758"/>
                    <a:pt x="2775350" y="5905695"/>
                  </a:cubicBezTo>
                  <a:lnTo>
                    <a:pt x="2848299" y="5917161"/>
                  </a:lnTo>
                  <a:cubicBezTo>
                    <a:pt x="2897218" y="5923298"/>
                    <a:pt x="2946136" y="5929784"/>
                    <a:pt x="2995544" y="5933605"/>
                  </a:cubicBezTo>
                  <a:cubicBezTo>
                    <a:pt x="3020188" y="5935806"/>
                    <a:pt x="3044831" y="5937891"/>
                    <a:pt x="3069596" y="5938933"/>
                  </a:cubicBezTo>
                  <a:cubicBezTo>
                    <a:pt x="3094362" y="5940090"/>
                    <a:pt x="3119005" y="5941943"/>
                    <a:pt x="3143894" y="5942639"/>
                  </a:cubicBezTo>
                  <a:lnTo>
                    <a:pt x="3218436" y="5944260"/>
                  </a:lnTo>
                  <a:cubicBezTo>
                    <a:pt x="3243201" y="5944838"/>
                    <a:pt x="3268212" y="5944029"/>
                    <a:pt x="3293101" y="5943913"/>
                  </a:cubicBezTo>
                  <a:lnTo>
                    <a:pt x="3330494" y="5943565"/>
                  </a:lnTo>
                  <a:cubicBezTo>
                    <a:pt x="3342632" y="5943218"/>
                    <a:pt x="3354524" y="5942523"/>
                    <a:pt x="3366540" y="5942059"/>
                  </a:cubicBezTo>
                  <a:cubicBezTo>
                    <a:pt x="3378554" y="5941480"/>
                    <a:pt x="3390570" y="5941134"/>
                    <a:pt x="3402462" y="5940323"/>
                  </a:cubicBezTo>
                  <a:lnTo>
                    <a:pt x="3438262" y="5937543"/>
                  </a:lnTo>
                  <a:cubicBezTo>
                    <a:pt x="3485954" y="5933953"/>
                    <a:pt x="3533279" y="5927931"/>
                    <a:pt x="3580236" y="5920982"/>
                  </a:cubicBezTo>
                  <a:cubicBezTo>
                    <a:pt x="3768185" y="5891567"/>
                    <a:pt x="3948901" y="5834010"/>
                    <a:pt x="4121034" y="5753290"/>
                  </a:cubicBezTo>
                  <a:cubicBezTo>
                    <a:pt x="4293782" y="5673497"/>
                    <a:pt x="4458191" y="5571353"/>
                    <a:pt x="4620639" y="5459364"/>
                  </a:cubicBezTo>
                  <a:cubicBezTo>
                    <a:pt x="4661221" y="5431455"/>
                    <a:pt x="4701557" y="5402271"/>
                    <a:pt x="4741771" y="5372971"/>
                  </a:cubicBezTo>
                  <a:cubicBezTo>
                    <a:pt x="4782230" y="5343672"/>
                    <a:pt x="4822566" y="5313908"/>
                    <a:pt x="4862901" y="5283682"/>
                  </a:cubicBezTo>
                  <a:lnTo>
                    <a:pt x="5108229" y="5098386"/>
                  </a:lnTo>
                  <a:cubicBezTo>
                    <a:pt x="5276563" y="4972270"/>
                    <a:pt x="5446489" y="4854838"/>
                    <a:pt x="5612493" y="4739724"/>
                  </a:cubicBezTo>
                  <a:lnTo>
                    <a:pt x="5774333" y="4623488"/>
                  </a:lnTo>
                  <a:lnTo>
                    <a:pt x="5774333" y="5232926"/>
                  </a:lnTo>
                  <a:lnTo>
                    <a:pt x="5676492" y="5306859"/>
                  </a:lnTo>
                  <a:cubicBezTo>
                    <a:pt x="5592693" y="5367905"/>
                    <a:pt x="5508955" y="5427286"/>
                    <a:pt x="5426260" y="5486233"/>
                  </a:cubicBezTo>
                  <a:lnTo>
                    <a:pt x="5300225" y="5576217"/>
                  </a:lnTo>
                  <a:cubicBezTo>
                    <a:pt x="5257559" y="5606443"/>
                    <a:pt x="5214525" y="5636901"/>
                    <a:pt x="5170757" y="5666780"/>
                  </a:cubicBezTo>
                  <a:cubicBezTo>
                    <a:pt x="5127110" y="5696775"/>
                    <a:pt x="5082973" y="5726654"/>
                    <a:pt x="5038100" y="5756185"/>
                  </a:cubicBezTo>
                  <a:cubicBezTo>
                    <a:pt x="4993106" y="5785486"/>
                    <a:pt x="4947743" y="5814553"/>
                    <a:pt x="4901276" y="5843043"/>
                  </a:cubicBezTo>
                  <a:cubicBezTo>
                    <a:pt x="4808835" y="5900136"/>
                    <a:pt x="4713449" y="5955494"/>
                    <a:pt x="4614019" y="6006103"/>
                  </a:cubicBezTo>
                  <a:cubicBezTo>
                    <a:pt x="4514711" y="6056943"/>
                    <a:pt x="4411971" y="6104192"/>
                    <a:pt x="4305061" y="6144726"/>
                  </a:cubicBezTo>
                  <a:cubicBezTo>
                    <a:pt x="4092223" y="6226952"/>
                    <a:pt x="3863569" y="6282424"/>
                    <a:pt x="3632710" y="6304196"/>
                  </a:cubicBezTo>
                  <a:cubicBezTo>
                    <a:pt x="3574964" y="6309408"/>
                    <a:pt x="3517218" y="6313345"/>
                    <a:pt x="3459594" y="6314504"/>
                  </a:cubicBezTo>
                  <a:lnTo>
                    <a:pt x="3416315" y="6315429"/>
                  </a:lnTo>
                  <a:cubicBezTo>
                    <a:pt x="3401971" y="6315546"/>
                    <a:pt x="3387505" y="6315198"/>
                    <a:pt x="3373159" y="6315198"/>
                  </a:cubicBezTo>
                  <a:lnTo>
                    <a:pt x="3330127" y="6314735"/>
                  </a:lnTo>
                  <a:lnTo>
                    <a:pt x="3288320" y="6313230"/>
                  </a:lnTo>
                  <a:cubicBezTo>
                    <a:pt x="3176996" y="6309870"/>
                    <a:pt x="3065428" y="6301533"/>
                    <a:pt x="2954350" y="6288098"/>
                  </a:cubicBezTo>
                  <a:cubicBezTo>
                    <a:pt x="2843150" y="6275360"/>
                    <a:pt x="2732194" y="6257061"/>
                    <a:pt x="2622466" y="6232742"/>
                  </a:cubicBezTo>
                  <a:cubicBezTo>
                    <a:pt x="2512859" y="6208190"/>
                    <a:pt x="2404110" y="6179122"/>
                    <a:pt x="2296466" y="6146001"/>
                  </a:cubicBezTo>
                  <a:cubicBezTo>
                    <a:pt x="2081544" y="6079179"/>
                    <a:pt x="1869073" y="5996027"/>
                    <a:pt x="1672419" y="5885197"/>
                  </a:cubicBezTo>
                  <a:cubicBezTo>
                    <a:pt x="1475643" y="5774599"/>
                    <a:pt x="1299954" y="5634353"/>
                    <a:pt x="1146578" y="5479168"/>
                  </a:cubicBezTo>
                  <a:cubicBezTo>
                    <a:pt x="1069461" y="5401692"/>
                    <a:pt x="999333" y="5319235"/>
                    <a:pt x="933372" y="5234810"/>
                  </a:cubicBezTo>
                  <a:cubicBezTo>
                    <a:pt x="867781" y="5150038"/>
                    <a:pt x="805375" y="5063991"/>
                    <a:pt x="747140" y="4976091"/>
                  </a:cubicBezTo>
                  <a:cubicBezTo>
                    <a:pt x="732182" y="4954319"/>
                    <a:pt x="718082" y="4932199"/>
                    <a:pt x="703616" y="4910196"/>
                  </a:cubicBezTo>
                  <a:lnTo>
                    <a:pt x="662053" y="4846269"/>
                  </a:lnTo>
                  <a:cubicBezTo>
                    <a:pt x="635449" y="4804925"/>
                    <a:pt x="607864" y="4763928"/>
                    <a:pt x="580033" y="4722352"/>
                  </a:cubicBezTo>
                  <a:lnTo>
                    <a:pt x="410105" y="4469193"/>
                  </a:lnTo>
                  <a:cubicBezTo>
                    <a:pt x="353095" y="4382915"/>
                    <a:pt x="296820" y="4294089"/>
                    <a:pt x="244224" y="4201556"/>
                  </a:cubicBezTo>
                  <a:cubicBezTo>
                    <a:pt x="217987" y="4155232"/>
                    <a:pt x="192609" y="4108098"/>
                    <a:pt x="169437" y="4059690"/>
                  </a:cubicBezTo>
                  <a:cubicBezTo>
                    <a:pt x="146388" y="4011165"/>
                    <a:pt x="124932" y="3961715"/>
                    <a:pt x="105929" y="3911221"/>
                  </a:cubicBezTo>
                  <a:cubicBezTo>
                    <a:pt x="87293" y="3860613"/>
                    <a:pt x="70742" y="3809309"/>
                    <a:pt x="57256" y="3757195"/>
                  </a:cubicBezTo>
                  <a:cubicBezTo>
                    <a:pt x="50881" y="3731138"/>
                    <a:pt x="44383" y="3704965"/>
                    <a:pt x="39111" y="3678677"/>
                  </a:cubicBezTo>
                  <a:lnTo>
                    <a:pt x="31142" y="3639300"/>
                  </a:lnTo>
                  <a:lnTo>
                    <a:pt x="24521" y="3599809"/>
                  </a:lnTo>
                  <a:cubicBezTo>
                    <a:pt x="7234" y="3494423"/>
                    <a:pt x="0" y="3388457"/>
                    <a:pt x="0" y="3283418"/>
                  </a:cubicBezTo>
                  <a:cubicBezTo>
                    <a:pt x="491" y="3076698"/>
                    <a:pt x="23418" y="2869978"/>
                    <a:pt x="68045" y="2666963"/>
                  </a:cubicBezTo>
                  <a:cubicBezTo>
                    <a:pt x="112550" y="2464064"/>
                    <a:pt x="180717" y="2265104"/>
                    <a:pt x="272546" y="2076334"/>
                  </a:cubicBezTo>
                  <a:cubicBezTo>
                    <a:pt x="457062" y="1698794"/>
                    <a:pt x="724457" y="1360978"/>
                    <a:pt x="1039300" y="1073307"/>
                  </a:cubicBezTo>
                  <a:cubicBezTo>
                    <a:pt x="1197090" y="929472"/>
                    <a:pt x="1367630" y="798259"/>
                    <a:pt x="1547733" y="680365"/>
                  </a:cubicBezTo>
                  <a:cubicBezTo>
                    <a:pt x="1728081" y="562587"/>
                    <a:pt x="1917870" y="457663"/>
                    <a:pt x="2115995" y="368373"/>
                  </a:cubicBezTo>
                  <a:cubicBezTo>
                    <a:pt x="2512737" y="191070"/>
                    <a:pt x="2939883" y="73870"/>
                    <a:pt x="3377451" y="24304"/>
                  </a:cubicBezTo>
                  <a:cubicBezTo>
                    <a:pt x="3486812" y="12086"/>
                    <a:pt x="3596971" y="4500"/>
                    <a:pt x="3707237" y="148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EC18CE1F-9DF1-47AF-9E66-6CE348AC2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464911 h 6229400"/>
                <a:gd name="connsiteX4" fmla="*/ 5660063 w 5769111"/>
                <a:gd name="connsiteY4" fmla="*/ 1328105 h 6229400"/>
                <a:gd name="connsiteX5" fmla="*/ 4910471 w 5769111"/>
                <a:gd name="connsiteY5" fmla="*/ 781599 h 6229400"/>
                <a:gd name="connsiteX6" fmla="*/ 3882695 w 5769111"/>
                <a:gd name="connsiteY6" fmla="*/ 579048 h 6229400"/>
                <a:gd name="connsiteX7" fmla="*/ 2683153 w 5769111"/>
                <a:gd name="connsiteY7" fmla="*/ 797003 h 6229400"/>
                <a:gd name="connsiteX8" fmla="*/ 1617493 w 5769111"/>
                <a:gd name="connsiteY8" fmla="*/ 1395738 h 6229400"/>
                <a:gd name="connsiteX9" fmla="*/ 880408 w 5769111"/>
                <a:gd name="connsiteY9" fmla="*/ 2259099 h 6229400"/>
                <a:gd name="connsiteX10" fmla="*/ 613135 w 5769111"/>
                <a:gd name="connsiteY10" fmla="*/ 3263863 h 6229400"/>
                <a:gd name="connsiteX11" fmla="*/ 1055484 w 5769111"/>
                <a:gd name="connsiteY11" fmla="*/ 4196825 h 6229400"/>
                <a:gd name="connsiteX12" fmla="*/ 1278376 w 5769111"/>
                <a:gd name="connsiteY12" fmla="*/ 4492950 h 6229400"/>
                <a:gd name="connsiteX13" fmla="*/ 3369851 w 5769111"/>
                <a:gd name="connsiteY13" fmla="*/ 5650468 h 6229400"/>
                <a:gd name="connsiteX14" fmla="*/ 4957551 w 5769111"/>
                <a:gd name="connsiteY14" fmla="*/ 4938355 h 6229400"/>
                <a:gd name="connsiteX15" fmla="*/ 5150773 w 5769111"/>
                <a:gd name="connsiteY15" fmla="*/ 4796950 h 6229400"/>
                <a:gd name="connsiteX16" fmla="*/ 5747247 w 5769111"/>
                <a:gd name="connsiteY16" fmla="*/ 4338176 h 6229400"/>
                <a:gd name="connsiteX17" fmla="*/ 5769111 w 5769111"/>
                <a:gd name="connsiteY17" fmla="*/ 4318497 h 6229400"/>
                <a:gd name="connsiteX18" fmla="*/ 5769111 w 5769111"/>
                <a:gd name="connsiteY18" fmla="*/ 5074612 h 6229400"/>
                <a:gd name="connsiteX19" fmla="*/ 5636252 w 5769111"/>
                <a:gd name="connsiteY19" fmla="*/ 5174208 h 6229400"/>
                <a:gd name="connsiteX20" fmla="*/ 5334922 w 5769111"/>
                <a:gd name="connsiteY20" fmla="*/ 5394528 h 6229400"/>
                <a:gd name="connsiteX21" fmla="*/ 3369727 w 5769111"/>
                <a:gd name="connsiteY21" fmla="*/ 6229400 h 6229400"/>
                <a:gd name="connsiteX22" fmla="*/ 771046 w 5769111"/>
                <a:gd name="connsiteY22" fmla="*/ 4817913 h 6229400"/>
                <a:gd name="connsiteX23" fmla="*/ 0 w 5769111"/>
                <a:gd name="connsiteY23" fmla="*/ 3263748 h 6229400"/>
                <a:gd name="connsiteX24" fmla="*/ 3882695 w 5769111"/>
                <a:gd name="connsiteY24"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769111" h="6229400">
                  <a:moveTo>
                    <a:pt x="3882695" y="0"/>
                  </a:moveTo>
                  <a:cubicBezTo>
                    <a:pt x="4601253" y="0"/>
                    <a:pt x="5210727" y="205477"/>
                    <a:pt x="5691883" y="557381"/>
                  </a:cubicBezTo>
                  <a:lnTo>
                    <a:pt x="5769111" y="620523"/>
                  </a:lnTo>
                  <a:lnTo>
                    <a:pt x="5769111" y="1464911"/>
                  </a:lnTo>
                  <a:lnTo>
                    <a:pt x="5660063" y="1328105"/>
                  </a:lnTo>
                  <a:cubicBezTo>
                    <a:pt x="5449800" y="1091506"/>
                    <a:pt x="5197607" y="907600"/>
                    <a:pt x="4910471" y="781599"/>
                  </a:cubicBezTo>
                  <a:cubicBezTo>
                    <a:pt x="4604088" y="647260"/>
                    <a:pt x="4258349" y="579048"/>
                    <a:pt x="3882695" y="579048"/>
                  </a:cubicBezTo>
                  <a:cubicBezTo>
                    <a:pt x="3484238" y="579048"/>
                    <a:pt x="3080631" y="652240"/>
                    <a:pt x="2683153" y="797003"/>
                  </a:cubicBezTo>
                  <a:cubicBezTo>
                    <a:pt x="2296098" y="937595"/>
                    <a:pt x="1927678" y="1144662"/>
                    <a:pt x="1617493" y="1395738"/>
                  </a:cubicBezTo>
                  <a:cubicBezTo>
                    <a:pt x="1301915" y="1651098"/>
                    <a:pt x="1053890" y="1941665"/>
                    <a:pt x="880408" y="2259099"/>
                  </a:cubicBezTo>
                  <a:cubicBezTo>
                    <a:pt x="703125" y="2583597"/>
                    <a:pt x="613135" y="2921645"/>
                    <a:pt x="613135" y="3263863"/>
                  </a:cubicBezTo>
                  <a:cubicBezTo>
                    <a:pt x="613135" y="3608512"/>
                    <a:pt x="756702" y="3809789"/>
                    <a:pt x="1055484" y="4196825"/>
                  </a:cubicBezTo>
                  <a:cubicBezTo>
                    <a:pt x="1127574" y="4290167"/>
                    <a:pt x="1202116" y="4386753"/>
                    <a:pt x="1278376" y="4492950"/>
                  </a:cubicBezTo>
                  <a:cubicBezTo>
                    <a:pt x="1861105" y="5304313"/>
                    <a:pt x="2486623" y="5650468"/>
                    <a:pt x="3369851" y="5650468"/>
                  </a:cubicBezTo>
                  <a:cubicBezTo>
                    <a:pt x="3949515" y="5650468"/>
                    <a:pt x="4374822" y="5368471"/>
                    <a:pt x="4957551" y="4938355"/>
                  </a:cubicBezTo>
                  <a:cubicBezTo>
                    <a:pt x="5022653" y="4890293"/>
                    <a:pt x="5087755" y="4842811"/>
                    <a:pt x="5150773" y="4796950"/>
                  </a:cubicBezTo>
                  <a:cubicBezTo>
                    <a:pt x="5364254" y="4641404"/>
                    <a:pt x="5570313" y="4491241"/>
                    <a:pt x="5747247" y="4338176"/>
                  </a:cubicBezTo>
                  <a:lnTo>
                    <a:pt x="5769111" y="4318497"/>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5BD26A8C-8D1D-41E6-A71E-FE9AC75F3F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675390 h 6229400"/>
                <a:gd name="connsiteX4" fmla="*/ 5711488 w 5769111"/>
                <a:gd name="connsiteY4" fmla="*/ 1585205 h 6229400"/>
                <a:gd name="connsiteX5" fmla="*/ 5566027 w 5769111"/>
                <a:gd name="connsiteY5" fmla="*/ 1402571 h 6229400"/>
                <a:gd name="connsiteX6" fmla="*/ 4858734 w 5769111"/>
                <a:gd name="connsiteY6" fmla="*/ 886639 h 6229400"/>
                <a:gd name="connsiteX7" fmla="*/ 3882695 w 5769111"/>
                <a:gd name="connsiteY7" fmla="*/ 694858 h 6229400"/>
                <a:gd name="connsiteX8" fmla="*/ 2727046 w 5769111"/>
                <a:gd name="connsiteY8" fmla="*/ 905053 h 6229400"/>
                <a:gd name="connsiteX9" fmla="*/ 1697186 w 5769111"/>
                <a:gd name="connsiteY9" fmla="*/ 1483638 h 6229400"/>
                <a:gd name="connsiteX10" fmla="*/ 989279 w 5769111"/>
                <a:gd name="connsiteY10" fmla="*/ 2312139 h 6229400"/>
                <a:gd name="connsiteX11" fmla="*/ 735615 w 5769111"/>
                <a:gd name="connsiteY11" fmla="*/ 3263863 h 6229400"/>
                <a:gd name="connsiteX12" fmla="*/ 1154424 w 5769111"/>
                <a:gd name="connsiteY12" fmla="*/ 4128614 h 6229400"/>
                <a:gd name="connsiteX13" fmla="*/ 1379768 w 5769111"/>
                <a:gd name="connsiteY13" fmla="*/ 4427981 h 6229400"/>
                <a:gd name="connsiteX14" fmla="*/ 2239456 w 5769111"/>
                <a:gd name="connsiteY14" fmla="*/ 5256947 h 6229400"/>
                <a:gd name="connsiteX15" fmla="*/ 3369727 w 5769111"/>
                <a:gd name="connsiteY15" fmla="*/ 5534658 h 6229400"/>
                <a:gd name="connsiteX16" fmla="*/ 4096760 w 5769111"/>
                <a:gd name="connsiteY16" fmla="*/ 5357817 h 6229400"/>
                <a:gd name="connsiteX17" fmla="*/ 4881905 w 5769111"/>
                <a:gd name="connsiteY17" fmla="*/ 4847212 h 6229400"/>
                <a:gd name="connsiteX18" fmla="*/ 5075739 w 5769111"/>
                <a:gd name="connsiteY18" fmla="*/ 4705346 h 6229400"/>
                <a:gd name="connsiteX19" fmla="*/ 5759930 w 5769111"/>
                <a:gd name="connsiteY19" fmla="*/ 4166809 h 6229400"/>
                <a:gd name="connsiteX20" fmla="*/ 5769111 w 5769111"/>
                <a:gd name="connsiteY20" fmla="*/ 4157764 h 6229400"/>
                <a:gd name="connsiteX21" fmla="*/ 5769111 w 5769111"/>
                <a:gd name="connsiteY21" fmla="*/ 5074612 h 6229400"/>
                <a:gd name="connsiteX22" fmla="*/ 5636252 w 5769111"/>
                <a:gd name="connsiteY22" fmla="*/ 5174208 h 6229400"/>
                <a:gd name="connsiteX23" fmla="*/ 5334922 w 5769111"/>
                <a:gd name="connsiteY23" fmla="*/ 5394528 h 6229400"/>
                <a:gd name="connsiteX24" fmla="*/ 3369727 w 5769111"/>
                <a:gd name="connsiteY24" fmla="*/ 6229400 h 6229400"/>
                <a:gd name="connsiteX25" fmla="*/ 771046 w 5769111"/>
                <a:gd name="connsiteY25" fmla="*/ 4817913 h 6229400"/>
                <a:gd name="connsiteX26" fmla="*/ 0 w 5769111"/>
                <a:gd name="connsiteY26" fmla="*/ 3263748 h 6229400"/>
                <a:gd name="connsiteX27" fmla="*/ 3882695 w 5769111"/>
                <a:gd name="connsiteY27"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769111" h="6229400">
                  <a:moveTo>
                    <a:pt x="3882695" y="0"/>
                  </a:moveTo>
                  <a:cubicBezTo>
                    <a:pt x="4601253" y="0"/>
                    <a:pt x="5210727" y="205477"/>
                    <a:pt x="5691883" y="557381"/>
                  </a:cubicBezTo>
                  <a:lnTo>
                    <a:pt x="5769111" y="620523"/>
                  </a:lnTo>
                  <a:lnTo>
                    <a:pt x="5769111" y="1675390"/>
                  </a:lnTo>
                  <a:lnTo>
                    <a:pt x="5711488" y="1585205"/>
                  </a:lnTo>
                  <a:cubicBezTo>
                    <a:pt x="5665942" y="1521390"/>
                    <a:pt x="5617428" y="1460432"/>
                    <a:pt x="5566027" y="1402571"/>
                  </a:cubicBezTo>
                  <a:cubicBezTo>
                    <a:pt x="5367411" y="1179058"/>
                    <a:pt x="5129563" y="1005460"/>
                    <a:pt x="4858734" y="886639"/>
                  </a:cubicBezTo>
                  <a:cubicBezTo>
                    <a:pt x="4568779" y="759363"/>
                    <a:pt x="4240327" y="694858"/>
                    <a:pt x="3882695" y="694858"/>
                  </a:cubicBezTo>
                  <a:cubicBezTo>
                    <a:pt x="3504835" y="694858"/>
                    <a:pt x="3105151" y="767471"/>
                    <a:pt x="2727046" y="905053"/>
                  </a:cubicBezTo>
                  <a:cubicBezTo>
                    <a:pt x="2352985" y="1041013"/>
                    <a:pt x="1996826" y="1241132"/>
                    <a:pt x="1697186" y="1483638"/>
                  </a:cubicBezTo>
                  <a:cubicBezTo>
                    <a:pt x="1397913" y="1725796"/>
                    <a:pt x="1153199" y="2012308"/>
                    <a:pt x="989279" y="2312139"/>
                  </a:cubicBezTo>
                  <a:cubicBezTo>
                    <a:pt x="820946" y="2620077"/>
                    <a:pt x="735615" y="2940290"/>
                    <a:pt x="735615" y="3263863"/>
                  </a:cubicBezTo>
                  <a:cubicBezTo>
                    <a:pt x="735615" y="3573074"/>
                    <a:pt x="863980" y="3752464"/>
                    <a:pt x="1154424" y="4128614"/>
                  </a:cubicBezTo>
                  <a:cubicBezTo>
                    <a:pt x="1227127" y="4222767"/>
                    <a:pt x="1302282" y="4320162"/>
                    <a:pt x="1379768" y="4427981"/>
                  </a:cubicBezTo>
                  <a:cubicBezTo>
                    <a:pt x="1653784" y="4809458"/>
                    <a:pt x="1934912" y="5080685"/>
                    <a:pt x="2239456" y="5256947"/>
                  </a:cubicBezTo>
                  <a:cubicBezTo>
                    <a:pt x="2562268" y="5443863"/>
                    <a:pt x="2932037" y="5534658"/>
                    <a:pt x="3369727" y="5534658"/>
                  </a:cubicBezTo>
                  <a:cubicBezTo>
                    <a:pt x="3618120" y="5534658"/>
                    <a:pt x="3849103" y="5478491"/>
                    <a:pt x="4096760" y="5357817"/>
                  </a:cubicBezTo>
                  <a:cubicBezTo>
                    <a:pt x="4351037" y="5233901"/>
                    <a:pt x="4602740" y="5053238"/>
                    <a:pt x="4881905" y="4847212"/>
                  </a:cubicBezTo>
                  <a:cubicBezTo>
                    <a:pt x="4947375" y="4798920"/>
                    <a:pt x="5012599" y="4751322"/>
                    <a:pt x="5075739" y="4705346"/>
                  </a:cubicBezTo>
                  <a:cubicBezTo>
                    <a:pt x="5327320" y="4521990"/>
                    <a:pt x="5568418" y="4346256"/>
                    <a:pt x="5759930" y="4166809"/>
                  </a:cubicBezTo>
                  <a:lnTo>
                    <a:pt x="5769111" y="4157764"/>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Graphic 6" descr="Group of men">
            <a:extLst>
              <a:ext uri="{FF2B5EF4-FFF2-40B4-BE49-F238E27FC236}">
                <a16:creationId xmlns:a16="http://schemas.microsoft.com/office/drawing/2014/main" id="{5E1606C0-BA7C-4C03-CE82-5FF01E2C37A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121726" y="1629089"/>
            <a:ext cx="3620021" cy="3620021"/>
          </a:xfrm>
          <a:prstGeom prst="rect">
            <a:avLst/>
          </a:prstGeom>
        </p:spPr>
      </p:pic>
      <p:sp>
        <p:nvSpPr>
          <p:cNvPr id="5" name="TextBox 4">
            <a:extLst>
              <a:ext uri="{FF2B5EF4-FFF2-40B4-BE49-F238E27FC236}">
                <a16:creationId xmlns:a16="http://schemas.microsoft.com/office/drawing/2014/main" id="{3C334F45-EFE3-F934-0AC3-100F6C915D4F}"/>
              </a:ext>
            </a:extLst>
          </p:cNvPr>
          <p:cNvSpPr txBox="1"/>
          <p:nvPr/>
        </p:nvSpPr>
        <p:spPr>
          <a:xfrm>
            <a:off x="531845" y="6361129"/>
            <a:ext cx="1418253" cy="369332"/>
          </a:xfrm>
          <a:prstGeom prst="rect">
            <a:avLst/>
          </a:prstGeom>
          <a:noFill/>
        </p:spPr>
        <p:txBody>
          <a:bodyPr wrap="square" rtlCol="0">
            <a:spAutoFit/>
          </a:bodyPr>
          <a:lstStyle/>
          <a:p>
            <a:r>
              <a:rPr lang="en-US" dirty="0"/>
              <a:t>Page No-11</a:t>
            </a:r>
            <a:endParaRPr lang="en-IN" dirty="0"/>
          </a:p>
        </p:txBody>
      </p:sp>
    </p:spTree>
    <p:extLst>
      <p:ext uri="{BB962C8B-B14F-4D97-AF65-F5344CB8AC3E}">
        <p14:creationId xmlns:p14="http://schemas.microsoft.com/office/powerpoint/2010/main" val="31328043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6A84B152-3496-4C52-AF08-97AFFC09D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itle 1">
            <a:extLst>
              <a:ext uri="{FF2B5EF4-FFF2-40B4-BE49-F238E27FC236}">
                <a16:creationId xmlns:a16="http://schemas.microsoft.com/office/drawing/2014/main" id="{C4A8FA6D-97F3-C814-D5CA-66880FEB69DC}"/>
              </a:ext>
            </a:extLst>
          </p:cNvPr>
          <p:cNvSpPr>
            <a:spLocks noGrp="1"/>
          </p:cNvSpPr>
          <p:nvPr>
            <p:ph type="title"/>
          </p:nvPr>
        </p:nvSpPr>
        <p:spPr>
          <a:xfrm>
            <a:off x="838201" y="365125"/>
            <a:ext cx="5393360" cy="1325563"/>
          </a:xfrm>
        </p:spPr>
        <p:txBody>
          <a:bodyPr>
            <a:normAutofit/>
          </a:bodyPr>
          <a:lstStyle/>
          <a:p>
            <a:r>
              <a:rPr lang="en-GB"/>
              <a:t>Future scope</a:t>
            </a:r>
          </a:p>
        </p:txBody>
      </p:sp>
      <p:sp>
        <p:nvSpPr>
          <p:cNvPr id="20" name="Freeform: Shape 19">
            <a:extLst>
              <a:ext uri="{FF2B5EF4-FFF2-40B4-BE49-F238E27FC236}">
                <a16:creationId xmlns:a16="http://schemas.microsoft.com/office/drawing/2014/main" id="{6B2ADB95-0FA3-4BD7-A8AC-89D014A83E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198657" y="1"/>
            <a:ext cx="1155142" cy="625027"/>
          </a:xfrm>
          <a:custGeom>
            <a:avLst/>
            <a:gdLst>
              <a:gd name="connsiteX0" fmla="*/ 4784 w 1155142"/>
              <a:gd name="connsiteY0" fmla="*/ 0 h 625027"/>
              <a:gd name="connsiteX1" fmla="*/ 1150358 w 1155142"/>
              <a:gd name="connsiteY1" fmla="*/ 0 h 625027"/>
              <a:gd name="connsiteX2" fmla="*/ 1155142 w 1155142"/>
              <a:gd name="connsiteY2" fmla="*/ 47456 h 625027"/>
              <a:gd name="connsiteX3" fmla="*/ 577571 w 1155142"/>
              <a:gd name="connsiteY3" fmla="*/ 625027 h 625027"/>
              <a:gd name="connsiteX4" fmla="*/ 0 w 1155142"/>
              <a:gd name="connsiteY4" fmla="*/ 47456 h 6250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5142" h="625027">
                <a:moveTo>
                  <a:pt x="4784" y="0"/>
                </a:moveTo>
                <a:lnTo>
                  <a:pt x="1150358" y="0"/>
                </a:lnTo>
                <a:lnTo>
                  <a:pt x="1155142" y="47456"/>
                </a:lnTo>
                <a:cubicBezTo>
                  <a:pt x="1155142" y="366440"/>
                  <a:pt x="896555" y="625027"/>
                  <a:pt x="577571" y="625027"/>
                </a:cubicBezTo>
                <a:cubicBezTo>
                  <a:pt x="258587" y="625027"/>
                  <a:pt x="0" y="366440"/>
                  <a:pt x="0" y="47456"/>
                </a:cubicBezTo>
                <a:close/>
              </a:path>
            </a:pathLst>
          </a:custGeom>
          <a:solidFill>
            <a:schemeClr val="accent1">
              <a:alpha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Content Placeholder 2">
            <a:extLst>
              <a:ext uri="{FF2B5EF4-FFF2-40B4-BE49-F238E27FC236}">
                <a16:creationId xmlns:a16="http://schemas.microsoft.com/office/drawing/2014/main" id="{8D2543EC-E3D5-E2D5-49EB-9CF9645DDF4E}"/>
              </a:ext>
            </a:extLst>
          </p:cNvPr>
          <p:cNvSpPr>
            <a:spLocks noGrp="1"/>
          </p:cNvSpPr>
          <p:nvPr>
            <p:ph idx="1"/>
          </p:nvPr>
        </p:nvSpPr>
        <p:spPr>
          <a:xfrm>
            <a:off x="838200" y="1825625"/>
            <a:ext cx="5393361" cy="4351338"/>
          </a:xfrm>
        </p:spPr>
        <p:txBody>
          <a:bodyPr vert="horz" lIns="91440" tIns="45720" rIns="91440" bIns="45720" rtlCol="0" anchor="t">
            <a:normAutofit/>
          </a:bodyPr>
          <a:lstStyle/>
          <a:p>
            <a:r>
              <a:rPr lang="en-IN" sz="2200">
                <a:highlight>
                  <a:srgbClr val="FFFFFF"/>
                </a:highlight>
                <a:latin typeface="Calibri"/>
                <a:ea typeface="Calibri"/>
                <a:cs typeface="Calibri"/>
              </a:rPr>
              <a:t>In the future, the project can be extended by adding:</a:t>
            </a:r>
            <a:endParaRPr lang="en-GB" sz="2200">
              <a:highlight>
                <a:srgbClr val="606060"/>
              </a:highlight>
              <a:latin typeface="Calibri"/>
              <a:ea typeface="Calibri"/>
              <a:cs typeface="Calibri"/>
            </a:endParaRPr>
          </a:p>
          <a:p>
            <a:r>
              <a:rPr lang="en-IN" sz="2200">
                <a:highlight>
                  <a:srgbClr val="FFFFFF"/>
                </a:highlight>
                <a:latin typeface="Calibri"/>
                <a:ea typeface="Calibri"/>
                <a:cs typeface="Calibri"/>
              </a:rPr>
              <a:t>Personalized study timetable generation. </a:t>
            </a:r>
            <a:endParaRPr lang="en-GB" sz="2200">
              <a:highlight>
                <a:srgbClr val="606060"/>
              </a:highlight>
              <a:latin typeface="Calibri"/>
              <a:ea typeface="Calibri"/>
              <a:cs typeface="Calibri"/>
            </a:endParaRPr>
          </a:p>
          <a:p>
            <a:r>
              <a:rPr lang="en-IN" sz="2200">
                <a:highlight>
                  <a:srgbClr val="FFFFFF"/>
                </a:highlight>
                <a:latin typeface="Calibri"/>
                <a:ea typeface="Calibri"/>
                <a:cs typeface="Calibri"/>
              </a:rPr>
              <a:t>Notifications and deadline reminders. </a:t>
            </a:r>
            <a:endParaRPr lang="en-GB" sz="2200">
              <a:highlight>
                <a:srgbClr val="606060"/>
              </a:highlight>
              <a:latin typeface="Calibri"/>
              <a:ea typeface="Calibri"/>
              <a:cs typeface="Calibri"/>
            </a:endParaRPr>
          </a:p>
          <a:p>
            <a:r>
              <a:rPr lang="en-IN" sz="2200">
                <a:highlight>
                  <a:srgbClr val="FFFFFF"/>
                </a:highlight>
                <a:latin typeface="Calibri"/>
                <a:ea typeface="Calibri"/>
                <a:cs typeface="Calibri"/>
              </a:rPr>
              <a:t>Integration with college ERP systems. </a:t>
            </a:r>
            <a:endParaRPr lang="en-GB" sz="2200">
              <a:highlight>
                <a:srgbClr val="606060"/>
              </a:highlight>
              <a:latin typeface="Calibri"/>
              <a:ea typeface="Calibri"/>
              <a:cs typeface="Calibri"/>
            </a:endParaRPr>
          </a:p>
          <a:p>
            <a:r>
              <a:rPr lang="en-IN" sz="2200">
                <a:highlight>
                  <a:srgbClr val="FFFFFF"/>
                </a:highlight>
                <a:latin typeface="Calibri"/>
                <a:ea typeface="Calibri"/>
                <a:cs typeface="Calibri"/>
              </a:rPr>
              <a:t>Mobile application support. </a:t>
            </a:r>
            <a:endParaRPr lang="en-GB" sz="2200">
              <a:highlight>
                <a:srgbClr val="606060"/>
              </a:highlight>
              <a:latin typeface="Calibri"/>
              <a:ea typeface="Calibri"/>
              <a:cs typeface="Calibri"/>
            </a:endParaRPr>
          </a:p>
          <a:p>
            <a:r>
              <a:rPr lang="en-IN" sz="2200">
                <a:highlight>
                  <a:srgbClr val="FFFFFF"/>
                </a:highlight>
                <a:latin typeface="Calibri"/>
                <a:ea typeface="Calibri"/>
                <a:cs typeface="Calibri"/>
              </a:rPr>
              <a:t>Machine learning for personalized recommendations. </a:t>
            </a:r>
            <a:endParaRPr lang="en-GB" sz="2200">
              <a:highlight>
                <a:srgbClr val="606060"/>
              </a:highlight>
              <a:latin typeface="Calibri"/>
              <a:ea typeface="Calibri"/>
              <a:cs typeface="Calibri"/>
            </a:endParaRPr>
          </a:p>
          <a:p>
            <a:r>
              <a:rPr lang="en-IN" sz="2200">
                <a:highlight>
                  <a:srgbClr val="FFFFFF"/>
                </a:highlight>
                <a:latin typeface="Calibri"/>
                <a:ea typeface="Calibri"/>
                <a:cs typeface="Calibri"/>
              </a:rPr>
              <a:t>Cloud-based data synchronization. </a:t>
            </a:r>
            <a:endParaRPr lang="en-GB" sz="2200">
              <a:highlight>
                <a:srgbClr val="606060"/>
              </a:highlight>
              <a:latin typeface="Calibri"/>
              <a:ea typeface="Calibri"/>
              <a:cs typeface="Calibri"/>
            </a:endParaRPr>
          </a:p>
          <a:p>
            <a:r>
              <a:rPr lang="en-IN" sz="2200">
                <a:highlight>
                  <a:srgbClr val="FFFFFF"/>
                </a:highlight>
                <a:latin typeface="Calibri"/>
                <a:ea typeface="Calibri"/>
                <a:cs typeface="Calibri"/>
              </a:rPr>
              <a:t>Multi-student/teacher support. </a:t>
            </a:r>
            <a:endParaRPr lang="en-GB" sz="2200">
              <a:highlight>
                <a:srgbClr val="606060"/>
              </a:highlight>
              <a:latin typeface="Calibri"/>
              <a:ea typeface="Calibri"/>
              <a:cs typeface="Calibri"/>
            </a:endParaRPr>
          </a:p>
          <a:p>
            <a:endParaRPr lang="en-GB" sz="2200"/>
          </a:p>
        </p:txBody>
      </p:sp>
      <p:sp>
        <p:nvSpPr>
          <p:cNvPr id="22" name="Oval 21">
            <a:extLst>
              <a:ext uri="{FF2B5EF4-FFF2-40B4-BE49-F238E27FC236}">
                <a16:creationId xmlns:a16="http://schemas.microsoft.com/office/drawing/2014/main" id="{C924DBCE-E731-4B22-8181-A39C1D8627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08185" y="3423959"/>
            <a:ext cx="630884" cy="630884"/>
          </a:xfrm>
          <a:prstGeom prst="ellipse">
            <a:avLst/>
          </a:prstGeom>
          <a:noFill/>
          <a:ln w="1270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4CBF9756-6AC8-4C65-84DF-56FBFFA1D8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463438">
            <a:off x="7450227" y="5166682"/>
            <a:ext cx="1835725" cy="2024785"/>
          </a:xfrm>
          <a:custGeom>
            <a:avLst/>
            <a:gdLst>
              <a:gd name="connsiteX0" fmla="*/ 1801138 w 1835725"/>
              <a:gd name="connsiteY0" fmla="*/ 1622662 h 2024785"/>
              <a:gd name="connsiteX1" fmla="*/ 1835717 w 1835725"/>
              <a:gd name="connsiteY1" fmla="*/ 1680254 h 2024785"/>
              <a:gd name="connsiteX2" fmla="*/ 1812568 w 1835725"/>
              <a:gd name="connsiteY2" fmla="*/ 1877193 h 2024785"/>
              <a:gd name="connsiteX3" fmla="*/ 1776210 w 1835725"/>
              <a:gd name="connsiteY3" fmla="*/ 2024785 h 2024785"/>
              <a:gd name="connsiteX4" fmla="*/ 1655772 w 1835725"/>
              <a:gd name="connsiteY4" fmla="*/ 1983449 h 2024785"/>
              <a:gd name="connsiteX5" fmla="*/ 1687591 w 1835725"/>
              <a:gd name="connsiteY5" fmla="*/ 1854495 h 2024785"/>
              <a:gd name="connsiteX6" fmla="*/ 1708939 w 1835725"/>
              <a:gd name="connsiteY6" fmla="*/ 1673301 h 2024785"/>
              <a:gd name="connsiteX7" fmla="*/ 1778129 w 1835725"/>
              <a:gd name="connsiteY7" fmla="*/ 1615979 h 2024785"/>
              <a:gd name="connsiteX8" fmla="*/ 1801138 w 1835725"/>
              <a:gd name="connsiteY8" fmla="*/ 1622662 h 2024785"/>
              <a:gd name="connsiteX9" fmla="*/ 1585229 w 1835725"/>
              <a:gd name="connsiteY9" fmla="*/ 764759 h 2024785"/>
              <a:gd name="connsiteX10" fmla="*/ 1623024 w 1835725"/>
              <a:gd name="connsiteY10" fmla="*/ 792810 h 2024785"/>
              <a:gd name="connsiteX11" fmla="*/ 1777614 w 1835725"/>
              <a:gd name="connsiteY11" fmla="*/ 1157141 h 2024785"/>
              <a:gd name="connsiteX12" fmla="*/ 1733799 w 1835725"/>
              <a:gd name="connsiteY12" fmla="*/ 1235532 h 2024785"/>
              <a:gd name="connsiteX13" fmla="*/ 1716464 w 1835725"/>
              <a:gd name="connsiteY13" fmla="*/ 1237722 h 2024785"/>
              <a:gd name="connsiteX14" fmla="*/ 1716464 w 1835725"/>
              <a:gd name="connsiteY14" fmla="*/ 1237913 h 2024785"/>
              <a:gd name="connsiteX15" fmla="*/ 1655409 w 1835725"/>
              <a:gd name="connsiteY15" fmla="*/ 1191717 h 2024785"/>
              <a:gd name="connsiteX16" fmla="*/ 1513200 w 1835725"/>
              <a:gd name="connsiteY16" fmla="*/ 856627 h 2024785"/>
              <a:gd name="connsiteX17" fmla="*/ 1538499 w 1835725"/>
              <a:gd name="connsiteY17" fmla="*/ 770415 h 2024785"/>
              <a:gd name="connsiteX18" fmla="*/ 1585229 w 1835725"/>
              <a:gd name="connsiteY18" fmla="*/ 764759 h 2024785"/>
              <a:gd name="connsiteX19" fmla="*/ 477919 w 1835725"/>
              <a:gd name="connsiteY19" fmla="*/ 21437 h 2024785"/>
              <a:gd name="connsiteX20" fmla="*/ 509236 w 1835725"/>
              <a:gd name="connsiteY20" fmla="*/ 84182 h 2024785"/>
              <a:gd name="connsiteX21" fmla="*/ 445829 w 1835725"/>
              <a:gd name="connsiteY21" fmla="*/ 139871 h 2024785"/>
              <a:gd name="connsiteX22" fmla="*/ 437447 w 1835725"/>
              <a:gd name="connsiteY22" fmla="*/ 139395 h 2024785"/>
              <a:gd name="connsiteX23" fmla="*/ 73211 w 1835725"/>
              <a:gd name="connsiteY23" fmla="*/ 137204 h 2024785"/>
              <a:gd name="connsiteX24" fmla="*/ 749 w 1835725"/>
              <a:gd name="connsiteY24" fmla="*/ 84082 h 2024785"/>
              <a:gd name="connsiteX25" fmla="*/ 53871 w 1835725"/>
              <a:gd name="connsiteY25" fmla="*/ 11621 h 2024785"/>
              <a:gd name="connsiteX26" fmla="*/ 58352 w 1835725"/>
              <a:gd name="connsiteY26" fmla="*/ 11093 h 2024785"/>
              <a:gd name="connsiteX27" fmla="*/ 454020 w 1835725"/>
              <a:gd name="connsiteY27" fmla="*/ 13474 h 2024785"/>
              <a:gd name="connsiteX28" fmla="*/ 477919 w 1835725"/>
              <a:gd name="connsiteY28" fmla="*/ 21437 h 2024785"/>
              <a:gd name="connsiteX29" fmla="*/ 957797 w 1835725"/>
              <a:gd name="connsiteY29" fmla="*/ 167970 h 2024785"/>
              <a:gd name="connsiteX30" fmla="*/ 1286982 w 1835725"/>
              <a:gd name="connsiteY30" fmla="*/ 387616 h 2024785"/>
              <a:gd name="connsiteX31" fmla="*/ 1293725 w 1835725"/>
              <a:gd name="connsiteY31" fmla="*/ 477075 h 2024785"/>
              <a:gd name="connsiteX32" fmla="*/ 1245453 w 1835725"/>
              <a:gd name="connsiteY32" fmla="*/ 499154 h 2024785"/>
              <a:gd name="connsiteX33" fmla="*/ 1245167 w 1835725"/>
              <a:gd name="connsiteY33" fmla="*/ 499154 h 2024785"/>
              <a:gd name="connsiteX34" fmla="*/ 1203638 w 1835725"/>
              <a:gd name="connsiteY34" fmla="*/ 484104 h 2024785"/>
              <a:gd name="connsiteX35" fmla="*/ 900647 w 1835725"/>
              <a:gd name="connsiteY35" fmla="*/ 281508 h 2024785"/>
              <a:gd name="connsiteX36" fmla="*/ 872454 w 1835725"/>
              <a:gd name="connsiteY36" fmla="*/ 196164 h 2024785"/>
              <a:gd name="connsiteX37" fmla="*/ 957797 w 1835725"/>
              <a:gd name="connsiteY37" fmla="*/ 167970 h 20247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835725" h="2024785">
                <a:moveTo>
                  <a:pt x="1801138" y="1622662"/>
                </a:moveTo>
                <a:cubicBezTo>
                  <a:pt x="1822105" y="1633400"/>
                  <a:pt x="1836117" y="1655372"/>
                  <a:pt x="1835717" y="1680254"/>
                </a:cubicBezTo>
                <a:cubicBezTo>
                  <a:pt x="1832093" y="1746382"/>
                  <a:pt x="1824354" y="1812154"/>
                  <a:pt x="1812568" y="1877193"/>
                </a:cubicBezTo>
                <a:lnTo>
                  <a:pt x="1776210" y="2024785"/>
                </a:lnTo>
                <a:lnTo>
                  <a:pt x="1655772" y="1983449"/>
                </a:lnTo>
                <a:lnTo>
                  <a:pt x="1687591" y="1854495"/>
                </a:lnTo>
                <a:cubicBezTo>
                  <a:pt x="1698455" y="1794657"/>
                  <a:pt x="1705590" y="1734142"/>
                  <a:pt x="1708939" y="1673301"/>
                </a:cubicBezTo>
                <a:cubicBezTo>
                  <a:pt x="1712216" y="1638363"/>
                  <a:pt x="1743190" y="1612703"/>
                  <a:pt x="1778129" y="1615979"/>
                </a:cubicBezTo>
                <a:cubicBezTo>
                  <a:pt x="1786387" y="1616753"/>
                  <a:pt x="1794149" y="1619084"/>
                  <a:pt x="1801138" y="1622662"/>
                </a:cubicBezTo>
                <a:close/>
                <a:moveTo>
                  <a:pt x="1585229" y="764759"/>
                </a:moveTo>
                <a:cubicBezTo>
                  <a:pt x="1600438" y="768789"/>
                  <a:pt x="1614156" y="778436"/>
                  <a:pt x="1623024" y="792810"/>
                </a:cubicBezTo>
                <a:cubicBezTo>
                  <a:pt x="1689575" y="907319"/>
                  <a:pt x="1741505" y="1029715"/>
                  <a:pt x="1777614" y="1157141"/>
                </a:cubicBezTo>
                <a:cubicBezTo>
                  <a:pt x="1787149" y="1190888"/>
                  <a:pt x="1767537" y="1225969"/>
                  <a:pt x="1733799" y="1235532"/>
                </a:cubicBezTo>
                <a:cubicBezTo>
                  <a:pt x="1728151" y="1237046"/>
                  <a:pt x="1722312" y="1237780"/>
                  <a:pt x="1716464" y="1237722"/>
                </a:cubicBezTo>
                <a:lnTo>
                  <a:pt x="1716464" y="1237913"/>
                </a:lnTo>
                <a:cubicBezTo>
                  <a:pt x="1688070" y="1237913"/>
                  <a:pt x="1663124" y="1219044"/>
                  <a:pt x="1655409" y="1191717"/>
                </a:cubicBezTo>
                <a:cubicBezTo>
                  <a:pt x="1622214" y="1074512"/>
                  <a:pt x="1574437" y="961936"/>
                  <a:pt x="1513200" y="856627"/>
                </a:cubicBezTo>
                <a:cubicBezTo>
                  <a:pt x="1496379" y="825834"/>
                  <a:pt x="1507704" y="787236"/>
                  <a:pt x="1538499" y="770415"/>
                </a:cubicBezTo>
                <a:cubicBezTo>
                  <a:pt x="1553325" y="762319"/>
                  <a:pt x="1570022" y="760730"/>
                  <a:pt x="1585229" y="764759"/>
                </a:cubicBezTo>
                <a:close/>
                <a:moveTo>
                  <a:pt x="477919" y="21437"/>
                </a:moveTo>
                <a:cubicBezTo>
                  <a:pt x="499341" y="33775"/>
                  <a:pt x="512445" y="58102"/>
                  <a:pt x="509236" y="84182"/>
                </a:cubicBezTo>
                <a:cubicBezTo>
                  <a:pt x="505303" y="116151"/>
                  <a:pt x="478038" y="140098"/>
                  <a:pt x="445829" y="139871"/>
                </a:cubicBezTo>
                <a:cubicBezTo>
                  <a:pt x="443027" y="139899"/>
                  <a:pt x="440227" y="139740"/>
                  <a:pt x="437447" y="139395"/>
                </a:cubicBezTo>
                <a:cubicBezTo>
                  <a:pt x="316592" y="123615"/>
                  <a:pt x="194247" y="122878"/>
                  <a:pt x="73211" y="137204"/>
                </a:cubicBezTo>
                <a:cubicBezTo>
                  <a:pt x="38532" y="142545"/>
                  <a:pt x="6090" y="118762"/>
                  <a:pt x="749" y="84082"/>
                </a:cubicBezTo>
                <a:cubicBezTo>
                  <a:pt x="-4591" y="49403"/>
                  <a:pt x="19192" y="16961"/>
                  <a:pt x="53871" y="11621"/>
                </a:cubicBezTo>
                <a:cubicBezTo>
                  <a:pt x="55358" y="11392"/>
                  <a:pt x="56852" y="11216"/>
                  <a:pt x="58352" y="11093"/>
                </a:cubicBezTo>
                <a:cubicBezTo>
                  <a:pt x="189834" y="-4456"/>
                  <a:pt x="322735" y="-3656"/>
                  <a:pt x="454020" y="13474"/>
                </a:cubicBezTo>
                <a:cubicBezTo>
                  <a:pt x="462713" y="14543"/>
                  <a:pt x="470778" y="17324"/>
                  <a:pt x="477919" y="21437"/>
                </a:cubicBezTo>
                <a:close/>
                <a:moveTo>
                  <a:pt x="957797" y="167970"/>
                </a:moveTo>
                <a:cubicBezTo>
                  <a:pt x="1076184" y="227289"/>
                  <a:pt x="1186759" y="301068"/>
                  <a:pt x="1286982" y="387616"/>
                </a:cubicBezTo>
                <a:cubicBezTo>
                  <a:pt x="1313547" y="410457"/>
                  <a:pt x="1316566" y="450510"/>
                  <a:pt x="1293725" y="477075"/>
                </a:cubicBezTo>
                <a:cubicBezTo>
                  <a:pt x="1281638" y="491137"/>
                  <a:pt x="1263998" y="499204"/>
                  <a:pt x="1245453" y="499154"/>
                </a:cubicBezTo>
                <a:lnTo>
                  <a:pt x="1245167" y="499154"/>
                </a:lnTo>
                <a:cubicBezTo>
                  <a:pt x="1229965" y="499301"/>
                  <a:pt x="1215220" y="493956"/>
                  <a:pt x="1203638" y="484104"/>
                </a:cubicBezTo>
                <a:cubicBezTo>
                  <a:pt x="1111407" y="404300"/>
                  <a:pt x="1009633" y="336248"/>
                  <a:pt x="900647" y="281508"/>
                </a:cubicBezTo>
                <a:cubicBezTo>
                  <a:pt x="869295" y="265726"/>
                  <a:pt x="856672" y="227516"/>
                  <a:pt x="872454" y="196164"/>
                </a:cubicBezTo>
                <a:cubicBezTo>
                  <a:pt x="888235" y="164811"/>
                  <a:pt x="926445" y="152188"/>
                  <a:pt x="957797" y="167970"/>
                </a:cubicBezTo>
                <a:close/>
              </a:path>
            </a:pathLst>
          </a:custGeom>
          <a:solidFill>
            <a:schemeClr val="accent4"/>
          </a:solidFill>
          <a:ln w="9525" cap="flat">
            <a:noFill/>
            <a:prstDash val="solid"/>
            <a:miter/>
          </a:ln>
        </p:spPr>
        <p:txBody>
          <a:bodyPr rtlCol="0" anchor="ctr"/>
          <a:lstStyle/>
          <a:p>
            <a:endParaRPr lang="en-US"/>
          </a:p>
        </p:txBody>
      </p:sp>
      <p:pic>
        <p:nvPicPr>
          <p:cNvPr id="4" name="Picture 3" descr="Student Typing Keyboard - Free photo on Pixabay">
            <a:extLst>
              <a:ext uri="{FF2B5EF4-FFF2-40B4-BE49-F238E27FC236}">
                <a16:creationId xmlns:a16="http://schemas.microsoft.com/office/drawing/2014/main" id="{371A97D8-24A6-F0EA-A673-98BECB7FD04F}"/>
              </a:ext>
            </a:extLst>
          </p:cNvPr>
          <p:cNvPicPr>
            <a:picLocks noChangeAspect="1"/>
          </p:cNvPicPr>
          <p:nvPr/>
        </p:nvPicPr>
        <p:blipFill>
          <a:blip r:embed="rId2"/>
          <a:srcRect r="33334" b="1"/>
          <a:stretch>
            <a:fillRect/>
          </a:stretch>
        </p:blipFill>
        <p:spPr>
          <a:xfrm>
            <a:off x="7751975" y="1075239"/>
            <a:ext cx="4128603" cy="4128603"/>
          </a:xfrm>
          <a:custGeom>
            <a:avLst/>
            <a:gdLst/>
            <a:ahLst/>
            <a:cxnLst/>
            <a:rect l="l" t="t" r="r" b="b"/>
            <a:pathLst>
              <a:path w="2663168" h="2663168">
                <a:moveTo>
                  <a:pt x="1331584" y="0"/>
                </a:moveTo>
                <a:cubicBezTo>
                  <a:pt x="2066998" y="0"/>
                  <a:pt x="2663168" y="596170"/>
                  <a:pt x="2663168" y="1331584"/>
                </a:cubicBezTo>
                <a:cubicBezTo>
                  <a:pt x="2663168" y="2066998"/>
                  <a:pt x="2066998" y="2663168"/>
                  <a:pt x="1331584" y="2663168"/>
                </a:cubicBezTo>
                <a:cubicBezTo>
                  <a:pt x="596170" y="2663168"/>
                  <a:pt x="0" y="2066998"/>
                  <a:pt x="0" y="1331584"/>
                </a:cubicBezTo>
                <a:cubicBezTo>
                  <a:pt x="0" y="596170"/>
                  <a:pt x="596170" y="0"/>
                  <a:pt x="1331584" y="0"/>
                </a:cubicBezTo>
                <a:close/>
              </a:path>
            </a:pathLst>
          </a:custGeom>
        </p:spPr>
      </p:pic>
      <p:sp>
        <p:nvSpPr>
          <p:cNvPr id="26" name="Freeform: Shape 25">
            <a:extLst>
              <a:ext uri="{FF2B5EF4-FFF2-40B4-BE49-F238E27FC236}">
                <a16:creationId xmlns:a16="http://schemas.microsoft.com/office/drawing/2014/main" id="{2D385988-EAAF-4C27-AF8A-2BFBECAF3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49602" y="1"/>
            <a:ext cx="2066948" cy="1621879"/>
          </a:xfrm>
          <a:custGeom>
            <a:avLst/>
            <a:gdLst>
              <a:gd name="connsiteX0" fmla="*/ 0 w 2066948"/>
              <a:gd name="connsiteY0" fmla="*/ 0 h 1621879"/>
              <a:gd name="connsiteX1" fmla="*/ 123825 w 2066948"/>
              <a:gd name="connsiteY1" fmla="*/ 0 h 1621879"/>
              <a:gd name="connsiteX2" fmla="*/ 123825 w 2066948"/>
              <a:gd name="connsiteY2" fmla="*/ 1452620 h 1621879"/>
              <a:gd name="connsiteX3" fmla="*/ 1881378 w 2066948"/>
              <a:gd name="connsiteY3" fmla="*/ 436017 h 1621879"/>
              <a:gd name="connsiteX4" fmla="*/ 1127572 w 2066948"/>
              <a:gd name="connsiteY4" fmla="*/ 0 h 1621879"/>
              <a:gd name="connsiteX5" fmla="*/ 1374887 w 2066948"/>
              <a:gd name="connsiteY5" fmla="*/ 0 h 1621879"/>
              <a:gd name="connsiteX6" fmla="*/ 2035969 w 2066948"/>
              <a:gd name="connsiteY6" fmla="*/ 382391 h 1621879"/>
              <a:gd name="connsiteX7" fmla="*/ 2058648 w 2066948"/>
              <a:gd name="connsiteY7" fmla="*/ 466963 h 1621879"/>
              <a:gd name="connsiteX8" fmla="*/ 2035969 w 2066948"/>
              <a:gd name="connsiteY8" fmla="*/ 489642 h 1621879"/>
              <a:gd name="connsiteX9" fmla="*/ 92869 w 2066948"/>
              <a:gd name="connsiteY9" fmla="*/ 1613592 h 1621879"/>
              <a:gd name="connsiteX10" fmla="*/ 61913 w 2066948"/>
              <a:gd name="connsiteY10" fmla="*/ 1621879 h 1621879"/>
              <a:gd name="connsiteX11" fmla="*/ 0 w 2066948"/>
              <a:gd name="connsiteY11" fmla="*/ 1559967 h 16218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66948" h="1621879">
                <a:moveTo>
                  <a:pt x="0" y="0"/>
                </a:moveTo>
                <a:lnTo>
                  <a:pt x="123825" y="0"/>
                </a:lnTo>
                <a:lnTo>
                  <a:pt x="123825" y="1452620"/>
                </a:lnTo>
                <a:lnTo>
                  <a:pt x="1881378" y="436017"/>
                </a:lnTo>
                <a:lnTo>
                  <a:pt x="1127572" y="0"/>
                </a:lnTo>
                <a:lnTo>
                  <a:pt x="1374887" y="0"/>
                </a:lnTo>
                <a:lnTo>
                  <a:pt x="2035969" y="382391"/>
                </a:lnTo>
                <a:cubicBezTo>
                  <a:pt x="2065582" y="399479"/>
                  <a:pt x="2075745" y="437340"/>
                  <a:pt x="2058648" y="466963"/>
                </a:cubicBezTo>
                <a:cubicBezTo>
                  <a:pt x="2053219" y="476384"/>
                  <a:pt x="2045389" y="484204"/>
                  <a:pt x="2035969" y="489642"/>
                </a:cubicBezTo>
                <a:lnTo>
                  <a:pt x="92869" y="1613592"/>
                </a:lnTo>
                <a:cubicBezTo>
                  <a:pt x="83458" y="1619031"/>
                  <a:pt x="72780" y="1621889"/>
                  <a:pt x="61913" y="1621879"/>
                </a:cubicBezTo>
                <a:cubicBezTo>
                  <a:pt x="27719" y="1621879"/>
                  <a:pt x="0" y="1594161"/>
                  <a:pt x="0" y="1559967"/>
                </a:cubicBezTo>
                <a:close/>
              </a:path>
            </a:pathLst>
          </a:custGeom>
          <a:solidFill>
            <a:schemeClr val="accent6"/>
          </a:solidFill>
          <a:ln w="9525" cap="flat">
            <a:noFill/>
            <a:prstDash val="solid"/>
            <a:miter/>
          </a:ln>
        </p:spPr>
        <p:txBody>
          <a:bodyPr rtlCol="0" anchor="ctr"/>
          <a:lstStyle/>
          <a:p>
            <a:endParaRPr lang="en-US"/>
          </a:p>
        </p:txBody>
      </p:sp>
      <p:cxnSp>
        <p:nvCxnSpPr>
          <p:cNvPr id="28" name="Straight Connector 27">
            <a:extLst>
              <a:ext uri="{FF2B5EF4-FFF2-40B4-BE49-F238E27FC236}">
                <a16:creationId xmlns:a16="http://schemas.microsoft.com/office/drawing/2014/main" id="{43621FD4-D14D-45D5-9A57-9A2DE5EA59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138745" y="1027906"/>
            <a:ext cx="0" cy="1597708"/>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B621D332-7329-4994-8836-C429A51B75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09527" y="6033795"/>
            <a:ext cx="1991064" cy="824205"/>
          </a:xfrm>
          <a:custGeom>
            <a:avLst/>
            <a:gdLst>
              <a:gd name="connsiteX0" fmla="*/ 995532 w 1991064"/>
              <a:gd name="connsiteY0" fmla="*/ 0 h 824205"/>
              <a:gd name="connsiteX1" fmla="*/ 1984823 w 1991064"/>
              <a:gd name="connsiteY1" fmla="*/ 784423 h 824205"/>
              <a:gd name="connsiteX2" fmla="*/ 1991064 w 1991064"/>
              <a:gd name="connsiteY2" fmla="*/ 824205 h 824205"/>
              <a:gd name="connsiteX3" fmla="*/ 0 w 1991064"/>
              <a:gd name="connsiteY3" fmla="*/ 824205 h 824205"/>
              <a:gd name="connsiteX4" fmla="*/ 6241 w 1991064"/>
              <a:gd name="connsiteY4" fmla="*/ 784423 h 824205"/>
              <a:gd name="connsiteX5" fmla="*/ 995532 w 1991064"/>
              <a:gd name="connsiteY5" fmla="*/ 0 h 824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91064" h="824205">
                <a:moveTo>
                  <a:pt x="995532" y="0"/>
                </a:moveTo>
                <a:cubicBezTo>
                  <a:pt x="1483521" y="0"/>
                  <a:pt x="1890663" y="336754"/>
                  <a:pt x="1984823" y="784423"/>
                </a:cubicBezTo>
                <a:lnTo>
                  <a:pt x="1991064" y="824205"/>
                </a:lnTo>
                <a:lnTo>
                  <a:pt x="0" y="824205"/>
                </a:lnTo>
                <a:lnTo>
                  <a:pt x="6241" y="784423"/>
                </a:lnTo>
                <a:cubicBezTo>
                  <a:pt x="100402" y="336754"/>
                  <a:pt x="507544" y="0"/>
                  <a:pt x="995532"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Freeform: Shape 31">
            <a:extLst>
              <a:ext uri="{FF2B5EF4-FFF2-40B4-BE49-F238E27FC236}">
                <a16:creationId xmlns:a16="http://schemas.microsoft.com/office/drawing/2014/main" id="{2D20F754-35A9-4508-BE3C-C59996D143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51696" y="5519196"/>
            <a:ext cx="1340305" cy="1338805"/>
          </a:xfrm>
          <a:custGeom>
            <a:avLst/>
            <a:gdLst>
              <a:gd name="connsiteX0" fmla="*/ 61913 w 1340305"/>
              <a:gd name="connsiteY0" fmla="*/ 0 h 1338805"/>
              <a:gd name="connsiteX1" fmla="*/ 1340305 w 1340305"/>
              <a:gd name="connsiteY1" fmla="*/ 0 h 1338805"/>
              <a:gd name="connsiteX2" fmla="*/ 1340305 w 1340305"/>
              <a:gd name="connsiteY2" fmla="*/ 123825 h 1338805"/>
              <a:gd name="connsiteX3" fmla="*/ 123825 w 1340305"/>
              <a:gd name="connsiteY3" fmla="*/ 123825 h 1338805"/>
              <a:gd name="connsiteX4" fmla="*/ 123825 w 1340305"/>
              <a:gd name="connsiteY4" fmla="*/ 1338805 h 1338805"/>
              <a:gd name="connsiteX5" fmla="*/ 0 w 1340305"/>
              <a:gd name="connsiteY5" fmla="*/ 1338805 h 1338805"/>
              <a:gd name="connsiteX6" fmla="*/ 0 w 1340305"/>
              <a:gd name="connsiteY6" fmla="*/ 61913 h 1338805"/>
              <a:gd name="connsiteX7" fmla="*/ 61913 w 1340305"/>
              <a:gd name="connsiteY7" fmla="*/ 0 h 13388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40305" h="1338805">
                <a:moveTo>
                  <a:pt x="61913" y="0"/>
                </a:moveTo>
                <a:lnTo>
                  <a:pt x="1340305" y="0"/>
                </a:lnTo>
                <a:lnTo>
                  <a:pt x="1340305" y="123825"/>
                </a:lnTo>
                <a:lnTo>
                  <a:pt x="123825" y="123825"/>
                </a:lnTo>
                <a:lnTo>
                  <a:pt x="123825" y="1338805"/>
                </a:lnTo>
                <a:lnTo>
                  <a:pt x="0" y="1338805"/>
                </a:ln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5" name="TextBox 4">
            <a:extLst>
              <a:ext uri="{FF2B5EF4-FFF2-40B4-BE49-F238E27FC236}">
                <a16:creationId xmlns:a16="http://schemas.microsoft.com/office/drawing/2014/main" id="{F5DB5AC1-F9BC-960E-98D0-7A1EA2F493E7}"/>
              </a:ext>
            </a:extLst>
          </p:cNvPr>
          <p:cNvSpPr txBox="1"/>
          <p:nvPr/>
        </p:nvSpPr>
        <p:spPr>
          <a:xfrm>
            <a:off x="661564" y="6445897"/>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Page No.-12</a:t>
            </a:r>
          </a:p>
        </p:txBody>
      </p:sp>
    </p:spTree>
    <p:extLst>
      <p:ext uri="{BB962C8B-B14F-4D97-AF65-F5344CB8AC3E}">
        <p14:creationId xmlns:p14="http://schemas.microsoft.com/office/powerpoint/2010/main" val="30907406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32" name="Rectangle 3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5" name="Rectangle 3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40480CB-4006-C5AB-1BE8-1951BE387522}"/>
              </a:ext>
            </a:extLst>
          </p:cNvPr>
          <p:cNvSpPr>
            <a:spLocks noGrp="1"/>
          </p:cNvSpPr>
          <p:nvPr>
            <p:ph type="title"/>
          </p:nvPr>
        </p:nvSpPr>
        <p:spPr>
          <a:xfrm>
            <a:off x="1043631" y="809898"/>
            <a:ext cx="9942716" cy="1554480"/>
          </a:xfrm>
        </p:spPr>
        <p:txBody>
          <a:bodyPr anchor="ctr">
            <a:normAutofit/>
          </a:bodyPr>
          <a:lstStyle/>
          <a:p>
            <a:r>
              <a:rPr lang="en-GB" sz="4800" dirty="0"/>
              <a:t>Reference</a:t>
            </a:r>
          </a:p>
        </p:txBody>
      </p:sp>
      <p:sp>
        <p:nvSpPr>
          <p:cNvPr id="36" name="Content Placeholder 2">
            <a:extLst>
              <a:ext uri="{FF2B5EF4-FFF2-40B4-BE49-F238E27FC236}">
                <a16:creationId xmlns:a16="http://schemas.microsoft.com/office/drawing/2014/main" id="{D38C1E27-094A-B9B0-A419-DF7F2F3BC517}"/>
              </a:ext>
            </a:extLst>
          </p:cNvPr>
          <p:cNvSpPr>
            <a:spLocks noGrp="1"/>
          </p:cNvSpPr>
          <p:nvPr>
            <p:ph idx="1"/>
          </p:nvPr>
        </p:nvSpPr>
        <p:spPr>
          <a:xfrm>
            <a:off x="1045028" y="3017522"/>
            <a:ext cx="9941319" cy="3124658"/>
          </a:xfrm>
        </p:spPr>
        <p:txBody>
          <a:bodyPr vert="horz" lIns="91440" tIns="45720" rIns="91440" bIns="45720" rtlCol="0" anchor="ctr">
            <a:normAutofit/>
          </a:bodyPr>
          <a:lstStyle/>
          <a:p>
            <a:pPr>
              <a:buAutoNum type="arabicPeriod"/>
            </a:pPr>
            <a:r>
              <a:rPr lang="en-IN" sz="2200" dirty="0"/>
              <a:t>Herbert Schildt, C: The Complete Reference, McGraw-Hill. </a:t>
            </a:r>
            <a:endParaRPr lang="en-GB" sz="2200" dirty="0"/>
          </a:p>
          <a:p>
            <a:pPr>
              <a:buAutoNum type="arabicPeriod"/>
            </a:pPr>
            <a:r>
              <a:rPr lang="en-IN" sz="2200" dirty="0"/>
              <a:t>Ellis Horowitz, Sartaj Sahni and Susan Anderson-Freed, Fundamentals of Data Structures in C. </a:t>
            </a:r>
            <a:endParaRPr lang="en-GB" sz="2200" dirty="0"/>
          </a:p>
          <a:p>
            <a:pPr>
              <a:buAutoNum type="arabicPeriod"/>
            </a:pPr>
            <a:r>
              <a:rPr lang="en-IN" sz="2200" dirty="0"/>
              <a:t>SQLite Documentation. </a:t>
            </a:r>
            <a:endParaRPr lang="en-GB" sz="2200"/>
          </a:p>
          <a:p>
            <a:pPr>
              <a:buAutoNum type="arabicPeriod"/>
            </a:pPr>
            <a:r>
              <a:rPr lang="en-IN" sz="2200" dirty="0"/>
              <a:t>Flask Documentation. </a:t>
            </a:r>
            <a:endParaRPr lang="en-GB" sz="2200" dirty="0"/>
          </a:p>
          <a:p>
            <a:pPr>
              <a:buAutoNum type="arabicPeriod"/>
            </a:pPr>
            <a:r>
              <a:rPr lang="en-IN" sz="2200" dirty="0"/>
              <a:t>MDN Web Docs — HTML, CSS and JavaScript. </a:t>
            </a:r>
            <a:endParaRPr lang="en-GB" sz="2200" dirty="0"/>
          </a:p>
          <a:p>
            <a:pPr>
              <a:buAutoNum type="arabicPeriod"/>
            </a:pPr>
            <a:r>
              <a:rPr lang="en-IN" sz="2200" dirty="0"/>
              <a:t>Course material and classroom notes on Data Structures and Algorithms. </a:t>
            </a:r>
            <a:endParaRPr lang="en-GB" sz="2200" dirty="0"/>
          </a:p>
          <a:p>
            <a:pPr marL="0" indent="0">
              <a:buNone/>
            </a:pPr>
            <a:endParaRPr lang="en-GB" sz="2200"/>
          </a:p>
        </p:txBody>
      </p:sp>
      <p:cxnSp>
        <p:nvCxnSpPr>
          <p:cNvPr id="37" name="Straight Connector 3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107836AD-248E-A574-4E83-DE49BFC121ED}"/>
              </a:ext>
            </a:extLst>
          </p:cNvPr>
          <p:cNvSpPr txBox="1"/>
          <p:nvPr/>
        </p:nvSpPr>
        <p:spPr>
          <a:xfrm>
            <a:off x="9982950" y="6139355"/>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Page No.-13</a:t>
            </a:r>
          </a:p>
        </p:txBody>
      </p:sp>
    </p:spTree>
    <p:extLst>
      <p:ext uri="{BB962C8B-B14F-4D97-AF65-F5344CB8AC3E}">
        <p14:creationId xmlns:p14="http://schemas.microsoft.com/office/powerpoint/2010/main" val="30285045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4" name="Picture 3" descr="Aerial view of a highway near the ocean">
            <a:extLst>
              <a:ext uri="{FF2B5EF4-FFF2-40B4-BE49-F238E27FC236}">
                <a16:creationId xmlns:a16="http://schemas.microsoft.com/office/drawing/2014/main" id="{3BD69485-6E56-1EED-39ED-C611A8C04902}"/>
              </a:ext>
            </a:extLst>
          </p:cNvPr>
          <p:cNvPicPr>
            <a:picLocks noChangeAspect="1"/>
          </p:cNvPicPr>
          <p:nvPr/>
        </p:nvPicPr>
        <p:blipFill>
          <a:blip r:embed="rId2"/>
          <a:srcRect t="5858" b="19142"/>
          <a:stretch>
            <a:fillRect/>
          </a:stretch>
        </p:blipFill>
        <p:spPr>
          <a:xfrm>
            <a:off x="20" y="10"/>
            <a:ext cx="12191980" cy="6857990"/>
          </a:xfrm>
          <a:prstGeom prst="rect">
            <a:avLst/>
          </a:prstGeom>
        </p:spPr>
      </p:pic>
      <p:sp>
        <p:nvSpPr>
          <p:cNvPr id="26" name="Rectangle 25">
            <a:extLst>
              <a:ext uri="{FF2B5EF4-FFF2-40B4-BE49-F238E27FC236}">
                <a16:creationId xmlns:a16="http://schemas.microsoft.com/office/drawing/2014/main" id="{B4916930-E76E-4100-9DCF-4981566A37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857375" y="1885950"/>
            <a:ext cx="8505825" cy="3152775"/>
          </a:xfrm>
          <a:prstGeom prst="rect">
            <a:avLst/>
          </a:prstGeom>
          <a:solidFill>
            <a:schemeClr val="bg1">
              <a:alpha val="75000"/>
            </a:schemeClr>
          </a:solidFill>
          <a:ln w="63500" cmpd="dbl">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3D8D60A-F6F1-577C-2A18-8E93AB891B6E}"/>
              </a:ext>
            </a:extLst>
          </p:cNvPr>
          <p:cNvSpPr>
            <a:spLocks noGrp="1"/>
          </p:cNvSpPr>
          <p:nvPr>
            <p:ph type="title"/>
          </p:nvPr>
        </p:nvSpPr>
        <p:spPr>
          <a:xfrm>
            <a:off x="2276475" y="2247900"/>
            <a:ext cx="7581900" cy="2514600"/>
          </a:xfrm>
        </p:spPr>
        <p:txBody>
          <a:bodyPr vert="horz" lIns="91440" tIns="45720" rIns="91440" bIns="45720" rtlCol="0">
            <a:normAutofit/>
          </a:bodyPr>
          <a:lstStyle/>
          <a:p>
            <a:pPr algn="ctr"/>
            <a:r>
              <a:rPr lang="en-US" sz="6600">
                <a:solidFill>
                  <a:schemeClr val="tx1">
                    <a:lumMod val="75000"/>
                    <a:lumOff val="25000"/>
                  </a:schemeClr>
                </a:solidFill>
              </a:rPr>
              <a:t>Thank you</a:t>
            </a:r>
          </a:p>
        </p:txBody>
      </p:sp>
      <p:sp>
        <p:nvSpPr>
          <p:cNvPr id="3" name="TextBox 2">
            <a:extLst>
              <a:ext uri="{FF2B5EF4-FFF2-40B4-BE49-F238E27FC236}">
                <a16:creationId xmlns:a16="http://schemas.microsoft.com/office/drawing/2014/main" id="{F2BC8417-BD77-F91A-F914-91D08069AE0C}"/>
              </a:ext>
            </a:extLst>
          </p:cNvPr>
          <p:cNvSpPr txBox="1"/>
          <p:nvPr/>
        </p:nvSpPr>
        <p:spPr>
          <a:xfrm>
            <a:off x="9866586" y="6608379"/>
            <a:ext cx="2743200" cy="3657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Page No.-14</a:t>
            </a:r>
          </a:p>
        </p:txBody>
      </p:sp>
    </p:spTree>
    <p:extLst>
      <p:ext uri="{BB962C8B-B14F-4D97-AF65-F5344CB8AC3E}">
        <p14:creationId xmlns:p14="http://schemas.microsoft.com/office/powerpoint/2010/main" val="1153451260"/>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8</TotalTime>
  <Words>941</Words>
  <Application>Microsoft Office PowerPoint</Application>
  <PresentationFormat>Widescreen</PresentationFormat>
  <Paragraphs>179</Paragraphs>
  <Slides>14</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Aptos</vt:lpstr>
      <vt:lpstr>Aptos Display</vt:lpstr>
      <vt:lpstr>Arial</vt:lpstr>
      <vt:lpstr>Calibri</vt:lpstr>
      <vt:lpstr>Segoe UI</vt:lpstr>
      <vt:lpstr>Symbol</vt:lpstr>
      <vt:lpstr>Office Theme</vt:lpstr>
      <vt:lpstr>Smart Student Academic Assistant</vt:lpstr>
      <vt:lpstr>Introduction</vt:lpstr>
      <vt:lpstr>Problem Statement</vt:lpstr>
      <vt:lpstr>Problems faced: Academic information is scattered.  Students may not know which subject may needs more attention.  Assignments may be completed without considering their urgency.  Prerequisite topics may be skipped.  There is no single place to view academic priorities.   Our Problem: How can we organize student academic information and use DSA-based processing to help students identify priorities and plan their studies? </vt:lpstr>
      <vt:lpstr>Objectives</vt:lpstr>
      <vt:lpstr>.</vt:lpstr>
      <vt:lpstr>Proposed Methodology</vt:lpstr>
      <vt:lpstr>Tools &amp; Technologies Used</vt:lpstr>
      <vt:lpstr>System architecture</vt:lpstr>
      <vt:lpstr>Expected Outcome</vt:lpstr>
      <vt:lpstr>Team Member contrubution</vt:lpstr>
      <vt:lpstr>Future scope</vt:lpstr>
      <vt:lpstr>Reference</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Bhavya Sharma</cp:lastModifiedBy>
  <cp:revision>696</cp:revision>
  <dcterms:created xsi:type="dcterms:W3CDTF">2026-09-10T12:12:26Z</dcterms:created>
  <dcterms:modified xsi:type="dcterms:W3CDTF">2026-09-11T13:48:03Z</dcterms:modified>
</cp:coreProperties>
</file>